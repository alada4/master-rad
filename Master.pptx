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</p:sldMasterIdLst>
  <p:notesMasterIdLst>
    <p:notesMasterId r:id="rId21"/>
  </p:notes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65" r:id="rId9"/>
    <p:sldId id="266" r:id="rId10"/>
    <p:sldId id="268" r:id="rId11"/>
    <p:sldId id="271" r:id="rId12"/>
    <p:sldId id="273" r:id="rId13"/>
    <p:sldId id="277" r:id="rId14"/>
    <p:sldId id="278" r:id="rId15"/>
    <p:sldId id="279" r:id="rId16"/>
    <p:sldId id="280" r:id="rId17"/>
    <p:sldId id="281" r:id="rId18"/>
    <p:sldId id="282" r:id="rId19"/>
    <p:sldId id="292" r:id="rId20"/>
  </p:sldIdLst>
  <p:sldSz cx="9144000" cy="5143500" type="screen16x9"/>
  <p:notesSz cx="6858000" cy="9144000"/>
  <p:embeddedFontLst>
    <p:embeddedFont>
      <p:font typeface="Secular One" charset="-79"/>
      <p:regular r:id="rId22"/>
    </p:embeddedFont>
    <p:embeddedFont>
      <p:font typeface="Istok Web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8E2CF8F6-EFDD-46DC-AB15-49E37CC16852}">
  <a:tblStyle styleId="{8E2CF8F6-EFDD-46DC-AB15-49E37CC1685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84DECE1-D70A-44E3-9D21-814C8D636938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F1C4649-B03C-40E7-B79A-D955AD642B21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219" d="100"/>
          <a:sy n="219" d="100"/>
        </p:scale>
        <p:origin x="-444" y="-1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4976450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4" name="Google Shape;674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3" name="Google Shape;683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6" name="Google Shape;856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3" name="Google Shape;863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0" name="Google Shape;890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3" name="Google Shape;903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gd5260bdd85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8" name="Google Shape;928;gd5260bdd85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g54dda1946d_4_27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3" name="Google Shape;963;g54dda1946d_4_27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g54ff9c4cb4_3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3" name="Google Shape;1143;g54ff9c4cb4_3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g54dda1946d_4_27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6" name="Google Shape;1226;g54dda1946d_4_27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Google Shape;1402;gd5260bdd85_0_2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3" name="Google Shape;1403;gd5260bdd85_0_2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" name="Google Shape;1454;g54dda1946d_4_26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5" name="Google Shape;1455;g54dda1946d_4_26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Google Shape;1533;g54dda1946d_4_27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4" name="Google Shape;1534;g54dda1946d_4_27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4" name="Google Shape;1584;g54dda1946d_4_26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5" name="Google Shape;1585;g54dda1946d_4_26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5" name="Google Shape;1615;g54dda1946d_4_27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6" name="Google Shape;1616;g54dda1946d_4_27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1" name="Google Shape;1621;g54dda1946d_4_26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2" name="Google Shape;1622;g54dda1946d_4_26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" name="Google Shape;1640;gd5260bdd85_0_3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1" name="Google Shape;1641;gd5260bdd85_0_3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7" name="Google Shape;2267;g1ea5be8be17_0_4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8" name="Google Shape;2268;g1ea5be8be17_0_4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 amt="69000"/>
          </a:blip>
          <a:srcRect/>
          <a:stretch/>
        </p:blipFill>
        <p:spPr>
          <a:xfrm>
            <a:off x="0" y="0"/>
            <a:ext cx="9144000" cy="51435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" name="Google Shape;10;p2"/>
          <p:cNvGrpSpPr/>
          <p:nvPr/>
        </p:nvGrpSpPr>
        <p:grpSpPr>
          <a:xfrm>
            <a:off x="-5250" y="148063"/>
            <a:ext cx="9154500" cy="5000675"/>
            <a:chOff x="-5250" y="148063"/>
            <a:chExt cx="9154500" cy="5000675"/>
          </a:xfrm>
        </p:grpSpPr>
        <p:cxnSp>
          <p:nvCxnSpPr>
            <p:cNvPr id="11" name="Google Shape;11;p2"/>
            <p:cNvCxnSpPr/>
            <p:nvPr/>
          </p:nvCxnSpPr>
          <p:spPr>
            <a:xfrm>
              <a:off x="-5250" y="264463"/>
              <a:ext cx="9154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" name="Google Shape;12;p2"/>
            <p:cNvCxnSpPr/>
            <p:nvPr/>
          </p:nvCxnSpPr>
          <p:spPr>
            <a:xfrm>
              <a:off x="8787425" y="259338"/>
              <a:ext cx="0" cy="4889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" name="Google Shape;13;p2"/>
            <p:cNvSpPr/>
            <p:nvPr/>
          </p:nvSpPr>
          <p:spPr>
            <a:xfrm>
              <a:off x="488125" y="211663"/>
              <a:ext cx="723600" cy="1056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stok Web"/>
                <a:ea typeface="Istok Web"/>
                <a:cs typeface="Istok Web"/>
                <a:sym typeface="Istok Web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8671025" y="148063"/>
              <a:ext cx="232800" cy="2328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stok Web"/>
                <a:ea typeface="Istok Web"/>
                <a:cs typeface="Istok Web"/>
                <a:sym typeface="Istok Web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701325" y="4706538"/>
              <a:ext cx="172200" cy="1722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stok Web"/>
                <a:ea typeface="Istok Web"/>
                <a:cs typeface="Istok Web"/>
                <a:sym typeface="Istok Web"/>
              </a:endParaRPr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953375" y="1489713"/>
            <a:ext cx="4477500" cy="155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700"/>
              <a:buNone/>
              <a:defRPr sz="4700"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700"/>
              <a:buNone/>
              <a:defRPr sz="47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700"/>
              <a:buNone/>
              <a:defRPr sz="47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700"/>
              <a:buNone/>
              <a:defRPr sz="47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700"/>
              <a:buNone/>
              <a:defRPr sz="47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700"/>
              <a:buNone/>
              <a:defRPr sz="47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700"/>
              <a:buNone/>
              <a:defRPr sz="47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700"/>
              <a:buNone/>
              <a:defRPr sz="47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700"/>
              <a:buNone/>
              <a:defRPr sz="47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3953375" y="3242188"/>
            <a:ext cx="4477500" cy="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4"/>
          <p:cNvPicPr preferRelativeResize="0"/>
          <p:nvPr/>
        </p:nvPicPr>
        <p:blipFill rotWithShape="1">
          <a:blip r:embed="rId2">
            <a:alphaModFix amt="69000"/>
          </a:blip>
          <a:srcRect/>
          <a:stretch/>
        </p:blipFill>
        <p:spPr>
          <a:xfrm>
            <a:off x="0" y="0"/>
            <a:ext cx="9144000" cy="51435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" name="Google Shape;31;p4"/>
          <p:cNvGrpSpPr/>
          <p:nvPr/>
        </p:nvGrpSpPr>
        <p:grpSpPr>
          <a:xfrm flipH="1">
            <a:off x="-5250" y="148063"/>
            <a:ext cx="9154500" cy="5000675"/>
            <a:chOff x="-5250" y="148063"/>
            <a:chExt cx="9154500" cy="5000675"/>
          </a:xfrm>
        </p:grpSpPr>
        <p:cxnSp>
          <p:nvCxnSpPr>
            <p:cNvPr id="32" name="Google Shape;32;p4"/>
            <p:cNvCxnSpPr/>
            <p:nvPr/>
          </p:nvCxnSpPr>
          <p:spPr>
            <a:xfrm>
              <a:off x="-5250" y="264463"/>
              <a:ext cx="9154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" name="Google Shape;33;p4"/>
            <p:cNvCxnSpPr/>
            <p:nvPr/>
          </p:nvCxnSpPr>
          <p:spPr>
            <a:xfrm>
              <a:off x="8787425" y="259338"/>
              <a:ext cx="0" cy="4889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4" name="Google Shape;34;p4"/>
            <p:cNvSpPr/>
            <p:nvPr/>
          </p:nvSpPr>
          <p:spPr>
            <a:xfrm>
              <a:off x="488125" y="211663"/>
              <a:ext cx="723600" cy="1056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stok Web"/>
                <a:ea typeface="Istok Web"/>
                <a:cs typeface="Istok Web"/>
                <a:sym typeface="Istok Web"/>
              </a:endParaRPr>
            </a:p>
          </p:txBody>
        </p:sp>
        <p:sp>
          <p:nvSpPr>
            <p:cNvPr id="35" name="Google Shape;35;p4"/>
            <p:cNvSpPr/>
            <p:nvPr/>
          </p:nvSpPr>
          <p:spPr>
            <a:xfrm>
              <a:off x="8671025" y="148063"/>
              <a:ext cx="232800" cy="2328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stok Web"/>
                <a:ea typeface="Istok Web"/>
                <a:cs typeface="Istok Web"/>
                <a:sym typeface="Istok Web"/>
              </a:endParaRPr>
            </a:p>
          </p:txBody>
        </p:sp>
        <p:sp>
          <p:nvSpPr>
            <p:cNvPr id="36" name="Google Shape;36;p4"/>
            <p:cNvSpPr/>
            <p:nvPr/>
          </p:nvSpPr>
          <p:spPr>
            <a:xfrm>
              <a:off x="8701325" y="4706538"/>
              <a:ext cx="172200" cy="1722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stok Web"/>
                <a:ea typeface="Istok Web"/>
                <a:cs typeface="Istok Web"/>
                <a:sym typeface="Istok Web"/>
              </a:endParaRPr>
            </a:p>
          </p:txBody>
        </p:sp>
      </p:grpSp>
      <p:sp>
        <p:nvSpPr>
          <p:cNvPr id="37" name="Google Shape;37;p4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body" idx="1"/>
          </p:nvPr>
        </p:nvSpPr>
        <p:spPr>
          <a:xfrm>
            <a:off x="720000" y="1178575"/>
            <a:ext cx="7704000" cy="3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5"/>
          <p:cNvPicPr preferRelativeResize="0"/>
          <p:nvPr/>
        </p:nvPicPr>
        <p:blipFill rotWithShape="1">
          <a:blip r:embed="rId2">
            <a:alphaModFix amt="69000"/>
          </a:blip>
          <a:srcRect/>
          <a:stretch/>
        </p:blipFill>
        <p:spPr>
          <a:xfrm>
            <a:off x="0" y="0"/>
            <a:ext cx="9144000" cy="51435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" name="Google Shape;41;p5"/>
          <p:cNvGrpSpPr/>
          <p:nvPr/>
        </p:nvGrpSpPr>
        <p:grpSpPr>
          <a:xfrm>
            <a:off x="-5250" y="148063"/>
            <a:ext cx="9154500" cy="5000675"/>
            <a:chOff x="-5250" y="148063"/>
            <a:chExt cx="9154500" cy="5000675"/>
          </a:xfrm>
        </p:grpSpPr>
        <p:cxnSp>
          <p:nvCxnSpPr>
            <p:cNvPr id="42" name="Google Shape;42;p5"/>
            <p:cNvCxnSpPr/>
            <p:nvPr/>
          </p:nvCxnSpPr>
          <p:spPr>
            <a:xfrm>
              <a:off x="-5250" y="264463"/>
              <a:ext cx="9154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" name="Google Shape;43;p5"/>
            <p:cNvCxnSpPr/>
            <p:nvPr/>
          </p:nvCxnSpPr>
          <p:spPr>
            <a:xfrm>
              <a:off x="8787425" y="259338"/>
              <a:ext cx="0" cy="4889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4" name="Google Shape;44;p5"/>
            <p:cNvSpPr/>
            <p:nvPr/>
          </p:nvSpPr>
          <p:spPr>
            <a:xfrm>
              <a:off x="488125" y="211663"/>
              <a:ext cx="723600" cy="1056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stok Web"/>
                <a:ea typeface="Istok Web"/>
                <a:cs typeface="Istok Web"/>
                <a:sym typeface="Istok Web"/>
              </a:endParaRPr>
            </a:p>
          </p:txBody>
        </p:sp>
        <p:sp>
          <p:nvSpPr>
            <p:cNvPr id="45" name="Google Shape;45;p5"/>
            <p:cNvSpPr/>
            <p:nvPr/>
          </p:nvSpPr>
          <p:spPr>
            <a:xfrm>
              <a:off x="8671025" y="148063"/>
              <a:ext cx="232800" cy="2328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stok Web"/>
                <a:ea typeface="Istok Web"/>
                <a:cs typeface="Istok Web"/>
                <a:sym typeface="Istok Web"/>
              </a:endParaRPr>
            </a:p>
          </p:txBody>
        </p:sp>
        <p:sp>
          <p:nvSpPr>
            <p:cNvPr id="46" name="Google Shape;46;p5"/>
            <p:cNvSpPr/>
            <p:nvPr/>
          </p:nvSpPr>
          <p:spPr>
            <a:xfrm>
              <a:off x="8701325" y="4706538"/>
              <a:ext cx="172200" cy="1722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stok Web"/>
                <a:ea typeface="Istok Web"/>
                <a:cs typeface="Istok Web"/>
                <a:sym typeface="Istok Web"/>
              </a:endParaRPr>
            </a:p>
          </p:txBody>
        </p:sp>
      </p:grpSp>
      <p:grpSp>
        <p:nvGrpSpPr>
          <p:cNvPr id="47" name="Google Shape;47;p5"/>
          <p:cNvGrpSpPr/>
          <p:nvPr/>
        </p:nvGrpSpPr>
        <p:grpSpPr>
          <a:xfrm>
            <a:off x="53765" y="3589018"/>
            <a:ext cx="596273" cy="1554466"/>
            <a:chOff x="2090350" y="2239265"/>
            <a:chExt cx="905501" cy="2360616"/>
          </a:xfrm>
        </p:grpSpPr>
        <p:sp>
          <p:nvSpPr>
            <p:cNvPr id="48" name="Google Shape;48;p5"/>
            <p:cNvSpPr/>
            <p:nvPr/>
          </p:nvSpPr>
          <p:spPr>
            <a:xfrm flipH="1">
              <a:off x="2712180" y="2613372"/>
              <a:ext cx="283672" cy="1986468"/>
            </a:xfrm>
            <a:custGeom>
              <a:avLst/>
              <a:gdLst/>
              <a:ahLst/>
              <a:cxnLst/>
              <a:rect l="l" t="t" r="r" b="b"/>
              <a:pathLst>
                <a:path w="3722" h="26064" extrusionOk="0">
                  <a:moveTo>
                    <a:pt x="3572" y="1210"/>
                  </a:moveTo>
                  <a:lnTo>
                    <a:pt x="3572" y="605"/>
                  </a:lnTo>
                  <a:lnTo>
                    <a:pt x="3721" y="605"/>
                  </a:lnTo>
                  <a:lnTo>
                    <a:pt x="3721" y="406"/>
                  </a:lnTo>
                  <a:lnTo>
                    <a:pt x="2278" y="406"/>
                  </a:lnTo>
                  <a:lnTo>
                    <a:pt x="2278" y="0"/>
                  </a:lnTo>
                  <a:lnTo>
                    <a:pt x="1445" y="0"/>
                  </a:lnTo>
                  <a:lnTo>
                    <a:pt x="1445" y="406"/>
                  </a:lnTo>
                  <a:lnTo>
                    <a:pt x="0" y="406"/>
                  </a:lnTo>
                  <a:lnTo>
                    <a:pt x="0" y="605"/>
                  </a:lnTo>
                  <a:lnTo>
                    <a:pt x="150" y="605"/>
                  </a:lnTo>
                  <a:lnTo>
                    <a:pt x="150" y="1210"/>
                  </a:lnTo>
                  <a:lnTo>
                    <a:pt x="301" y="1210"/>
                  </a:lnTo>
                  <a:lnTo>
                    <a:pt x="860" y="1963"/>
                  </a:lnTo>
                  <a:lnTo>
                    <a:pt x="696" y="1963"/>
                  </a:lnTo>
                  <a:lnTo>
                    <a:pt x="696" y="2573"/>
                  </a:lnTo>
                  <a:lnTo>
                    <a:pt x="0" y="2573"/>
                  </a:lnTo>
                  <a:lnTo>
                    <a:pt x="0" y="2772"/>
                  </a:lnTo>
                  <a:lnTo>
                    <a:pt x="149" y="2772"/>
                  </a:lnTo>
                  <a:lnTo>
                    <a:pt x="149" y="3376"/>
                  </a:lnTo>
                  <a:lnTo>
                    <a:pt x="548" y="3376"/>
                  </a:lnTo>
                  <a:lnTo>
                    <a:pt x="548" y="2772"/>
                  </a:lnTo>
                  <a:lnTo>
                    <a:pt x="1445" y="2772"/>
                  </a:lnTo>
                  <a:lnTo>
                    <a:pt x="1445" y="6207"/>
                  </a:lnTo>
                  <a:lnTo>
                    <a:pt x="0" y="6207"/>
                  </a:lnTo>
                  <a:lnTo>
                    <a:pt x="0" y="6406"/>
                  </a:lnTo>
                  <a:lnTo>
                    <a:pt x="149" y="6406"/>
                  </a:lnTo>
                  <a:lnTo>
                    <a:pt x="149" y="7010"/>
                  </a:lnTo>
                  <a:lnTo>
                    <a:pt x="548" y="7010"/>
                  </a:lnTo>
                  <a:lnTo>
                    <a:pt x="548" y="6406"/>
                  </a:lnTo>
                  <a:lnTo>
                    <a:pt x="1445" y="6406"/>
                  </a:lnTo>
                  <a:lnTo>
                    <a:pt x="1445" y="26064"/>
                  </a:lnTo>
                  <a:lnTo>
                    <a:pt x="2277" y="26064"/>
                  </a:lnTo>
                  <a:lnTo>
                    <a:pt x="2277" y="6406"/>
                  </a:lnTo>
                  <a:lnTo>
                    <a:pt x="3174" y="6406"/>
                  </a:lnTo>
                  <a:lnTo>
                    <a:pt x="3174" y="7010"/>
                  </a:lnTo>
                  <a:lnTo>
                    <a:pt x="3572" y="7010"/>
                  </a:lnTo>
                  <a:lnTo>
                    <a:pt x="3572" y="6406"/>
                  </a:lnTo>
                  <a:lnTo>
                    <a:pt x="3721" y="6406"/>
                  </a:lnTo>
                  <a:lnTo>
                    <a:pt x="3721" y="6207"/>
                  </a:lnTo>
                  <a:lnTo>
                    <a:pt x="2277" y="6207"/>
                  </a:lnTo>
                  <a:lnTo>
                    <a:pt x="2277" y="2772"/>
                  </a:lnTo>
                  <a:lnTo>
                    <a:pt x="3174" y="2772"/>
                  </a:lnTo>
                  <a:lnTo>
                    <a:pt x="3174" y="3376"/>
                  </a:lnTo>
                  <a:lnTo>
                    <a:pt x="3572" y="3376"/>
                  </a:lnTo>
                  <a:lnTo>
                    <a:pt x="3572" y="2772"/>
                  </a:lnTo>
                  <a:lnTo>
                    <a:pt x="3721" y="2772"/>
                  </a:lnTo>
                  <a:lnTo>
                    <a:pt x="3721" y="2573"/>
                  </a:lnTo>
                  <a:lnTo>
                    <a:pt x="3026" y="2573"/>
                  </a:lnTo>
                  <a:lnTo>
                    <a:pt x="3026" y="1963"/>
                  </a:lnTo>
                  <a:lnTo>
                    <a:pt x="2863" y="1963"/>
                  </a:lnTo>
                  <a:lnTo>
                    <a:pt x="3420" y="1210"/>
                  </a:lnTo>
                  <a:lnTo>
                    <a:pt x="3572" y="1210"/>
                  </a:lnTo>
                  <a:close/>
                  <a:moveTo>
                    <a:pt x="1445" y="2573"/>
                  </a:moveTo>
                  <a:lnTo>
                    <a:pt x="1094" y="2573"/>
                  </a:lnTo>
                  <a:lnTo>
                    <a:pt x="1094" y="1963"/>
                  </a:lnTo>
                  <a:lnTo>
                    <a:pt x="964" y="1963"/>
                  </a:lnTo>
                  <a:lnTo>
                    <a:pt x="406" y="1209"/>
                  </a:lnTo>
                  <a:lnTo>
                    <a:pt x="549" y="1209"/>
                  </a:lnTo>
                  <a:lnTo>
                    <a:pt x="549" y="605"/>
                  </a:lnTo>
                  <a:lnTo>
                    <a:pt x="1445" y="605"/>
                  </a:lnTo>
                  <a:close/>
                  <a:moveTo>
                    <a:pt x="2759" y="1963"/>
                  </a:moveTo>
                  <a:lnTo>
                    <a:pt x="2628" y="1963"/>
                  </a:lnTo>
                  <a:lnTo>
                    <a:pt x="2628" y="2573"/>
                  </a:lnTo>
                  <a:lnTo>
                    <a:pt x="2278" y="2573"/>
                  </a:lnTo>
                  <a:lnTo>
                    <a:pt x="2278" y="605"/>
                  </a:lnTo>
                  <a:lnTo>
                    <a:pt x="3174" y="605"/>
                  </a:lnTo>
                  <a:lnTo>
                    <a:pt x="3174" y="1209"/>
                  </a:lnTo>
                  <a:lnTo>
                    <a:pt x="3317" y="120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5"/>
            <p:cNvSpPr/>
            <p:nvPr/>
          </p:nvSpPr>
          <p:spPr>
            <a:xfrm flipH="1">
              <a:off x="2090350" y="2239265"/>
              <a:ext cx="337102" cy="2360616"/>
            </a:xfrm>
            <a:custGeom>
              <a:avLst/>
              <a:gdLst/>
              <a:ahLst/>
              <a:cxnLst/>
              <a:rect l="l" t="t" r="r" b="b"/>
              <a:pathLst>
                <a:path w="3722" h="26064" extrusionOk="0">
                  <a:moveTo>
                    <a:pt x="3572" y="1210"/>
                  </a:moveTo>
                  <a:lnTo>
                    <a:pt x="3572" y="605"/>
                  </a:lnTo>
                  <a:lnTo>
                    <a:pt x="3721" y="605"/>
                  </a:lnTo>
                  <a:lnTo>
                    <a:pt x="3721" y="406"/>
                  </a:lnTo>
                  <a:lnTo>
                    <a:pt x="2278" y="406"/>
                  </a:lnTo>
                  <a:lnTo>
                    <a:pt x="2278" y="0"/>
                  </a:lnTo>
                  <a:lnTo>
                    <a:pt x="1445" y="0"/>
                  </a:lnTo>
                  <a:lnTo>
                    <a:pt x="1445" y="406"/>
                  </a:lnTo>
                  <a:lnTo>
                    <a:pt x="0" y="406"/>
                  </a:lnTo>
                  <a:lnTo>
                    <a:pt x="0" y="605"/>
                  </a:lnTo>
                  <a:lnTo>
                    <a:pt x="150" y="605"/>
                  </a:lnTo>
                  <a:lnTo>
                    <a:pt x="150" y="1210"/>
                  </a:lnTo>
                  <a:lnTo>
                    <a:pt x="301" y="1210"/>
                  </a:lnTo>
                  <a:lnTo>
                    <a:pt x="860" y="1963"/>
                  </a:lnTo>
                  <a:lnTo>
                    <a:pt x="696" y="1963"/>
                  </a:lnTo>
                  <a:lnTo>
                    <a:pt x="696" y="2573"/>
                  </a:lnTo>
                  <a:lnTo>
                    <a:pt x="0" y="2573"/>
                  </a:lnTo>
                  <a:lnTo>
                    <a:pt x="0" y="2772"/>
                  </a:lnTo>
                  <a:lnTo>
                    <a:pt x="149" y="2772"/>
                  </a:lnTo>
                  <a:lnTo>
                    <a:pt x="149" y="3376"/>
                  </a:lnTo>
                  <a:lnTo>
                    <a:pt x="548" y="3376"/>
                  </a:lnTo>
                  <a:lnTo>
                    <a:pt x="548" y="2772"/>
                  </a:lnTo>
                  <a:lnTo>
                    <a:pt x="1445" y="2772"/>
                  </a:lnTo>
                  <a:lnTo>
                    <a:pt x="1445" y="6207"/>
                  </a:lnTo>
                  <a:lnTo>
                    <a:pt x="0" y="6207"/>
                  </a:lnTo>
                  <a:lnTo>
                    <a:pt x="0" y="6406"/>
                  </a:lnTo>
                  <a:lnTo>
                    <a:pt x="149" y="6406"/>
                  </a:lnTo>
                  <a:lnTo>
                    <a:pt x="149" y="7010"/>
                  </a:lnTo>
                  <a:lnTo>
                    <a:pt x="548" y="7010"/>
                  </a:lnTo>
                  <a:lnTo>
                    <a:pt x="548" y="6406"/>
                  </a:lnTo>
                  <a:lnTo>
                    <a:pt x="1445" y="6406"/>
                  </a:lnTo>
                  <a:lnTo>
                    <a:pt x="1445" y="26064"/>
                  </a:lnTo>
                  <a:lnTo>
                    <a:pt x="2277" y="26064"/>
                  </a:lnTo>
                  <a:lnTo>
                    <a:pt x="2277" y="6406"/>
                  </a:lnTo>
                  <a:lnTo>
                    <a:pt x="3174" y="6406"/>
                  </a:lnTo>
                  <a:lnTo>
                    <a:pt x="3174" y="7010"/>
                  </a:lnTo>
                  <a:lnTo>
                    <a:pt x="3572" y="7010"/>
                  </a:lnTo>
                  <a:lnTo>
                    <a:pt x="3572" y="6406"/>
                  </a:lnTo>
                  <a:lnTo>
                    <a:pt x="3721" y="6406"/>
                  </a:lnTo>
                  <a:lnTo>
                    <a:pt x="3721" y="6207"/>
                  </a:lnTo>
                  <a:lnTo>
                    <a:pt x="2277" y="6207"/>
                  </a:lnTo>
                  <a:lnTo>
                    <a:pt x="2277" y="2772"/>
                  </a:lnTo>
                  <a:lnTo>
                    <a:pt x="3174" y="2772"/>
                  </a:lnTo>
                  <a:lnTo>
                    <a:pt x="3174" y="3376"/>
                  </a:lnTo>
                  <a:lnTo>
                    <a:pt x="3572" y="3376"/>
                  </a:lnTo>
                  <a:lnTo>
                    <a:pt x="3572" y="2772"/>
                  </a:lnTo>
                  <a:lnTo>
                    <a:pt x="3721" y="2772"/>
                  </a:lnTo>
                  <a:lnTo>
                    <a:pt x="3721" y="2573"/>
                  </a:lnTo>
                  <a:lnTo>
                    <a:pt x="3026" y="2573"/>
                  </a:lnTo>
                  <a:lnTo>
                    <a:pt x="3026" y="1963"/>
                  </a:lnTo>
                  <a:lnTo>
                    <a:pt x="2863" y="1963"/>
                  </a:lnTo>
                  <a:lnTo>
                    <a:pt x="3420" y="1210"/>
                  </a:lnTo>
                  <a:lnTo>
                    <a:pt x="3572" y="1210"/>
                  </a:lnTo>
                  <a:close/>
                  <a:moveTo>
                    <a:pt x="1445" y="2573"/>
                  </a:moveTo>
                  <a:lnTo>
                    <a:pt x="1094" y="2573"/>
                  </a:lnTo>
                  <a:lnTo>
                    <a:pt x="1094" y="1963"/>
                  </a:lnTo>
                  <a:lnTo>
                    <a:pt x="964" y="1963"/>
                  </a:lnTo>
                  <a:lnTo>
                    <a:pt x="406" y="1209"/>
                  </a:lnTo>
                  <a:lnTo>
                    <a:pt x="549" y="1209"/>
                  </a:lnTo>
                  <a:lnTo>
                    <a:pt x="549" y="605"/>
                  </a:lnTo>
                  <a:lnTo>
                    <a:pt x="1445" y="605"/>
                  </a:lnTo>
                  <a:close/>
                  <a:moveTo>
                    <a:pt x="2759" y="1963"/>
                  </a:moveTo>
                  <a:lnTo>
                    <a:pt x="2628" y="1963"/>
                  </a:lnTo>
                  <a:lnTo>
                    <a:pt x="2628" y="2573"/>
                  </a:lnTo>
                  <a:lnTo>
                    <a:pt x="2278" y="2573"/>
                  </a:lnTo>
                  <a:lnTo>
                    <a:pt x="2278" y="605"/>
                  </a:lnTo>
                  <a:lnTo>
                    <a:pt x="3174" y="605"/>
                  </a:lnTo>
                  <a:lnTo>
                    <a:pt x="3174" y="1209"/>
                  </a:lnTo>
                  <a:lnTo>
                    <a:pt x="3317" y="120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5"/>
            <p:cNvSpPr/>
            <p:nvPr/>
          </p:nvSpPr>
          <p:spPr>
            <a:xfrm flipH="1">
              <a:off x="2378953" y="2297047"/>
              <a:ext cx="350052" cy="379826"/>
            </a:xfrm>
            <a:custGeom>
              <a:avLst/>
              <a:gdLst/>
              <a:ahLst/>
              <a:cxnLst/>
              <a:rect l="l" t="t" r="r" b="b"/>
              <a:pathLst>
                <a:path w="12020" h="14298" extrusionOk="0">
                  <a:moveTo>
                    <a:pt x="0" y="13737"/>
                  </a:moveTo>
                  <a:cubicBezTo>
                    <a:pt x="5217" y="16868"/>
                    <a:pt x="10098" y="5773"/>
                    <a:pt x="12020" y="0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" name="Google Shape;51;p5"/>
            <p:cNvSpPr/>
            <p:nvPr/>
          </p:nvSpPr>
          <p:spPr>
            <a:xfrm flipH="1">
              <a:off x="2371680" y="2464308"/>
              <a:ext cx="364950" cy="364950"/>
            </a:xfrm>
            <a:custGeom>
              <a:avLst/>
              <a:gdLst/>
              <a:ahLst/>
              <a:cxnLst/>
              <a:rect l="l" t="t" r="r" b="b"/>
              <a:pathLst>
                <a:path w="13738" h="13738" extrusionOk="0">
                  <a:moveTo>
                    <a:pt x="0" y="13738"/>
                  </a:moveTo>
                  <a:cubicBezTo>
                    <a:pt x="6476" y="13738"/>
                    <a:pt x="12169" y="6283"/>
                    <a:pt x="13738" y="0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" name="Google Shape;52;p5"/>
            <p:cNvSpPr/>
            <p:nvPr/>
          </p:nvSpPr>
          <p:spPr>
            <a:xfrm flipH="1">
              <a:off x="2385676" y="2832756"/>
              <a:ext cx="350104" cy="284644"/>
            </a:xfrm>
            <a:custGeom>
              <a:avLst/>
              <a:gdLst/>
              <a:ahLst/>
              <a:cxnLst/>
              <a:rect l="l" t="t" r="r" b="b"/>
              <a:pathLst>
                <a:path w="12605" h="10715" extrusionOk="0">
                  <a:moveTo>
                    <a:pt x="0" y="10599"/>
                  </a:moveTo>
                  <a:cubicBezTo>
                    <a:pt x="5415" y="11499"/>
                    <a:pt x="11704" y="5415"/>
                    <a:pt x="12605" y="0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53" name="Google Shape;53;p5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subTitle" idx="1"/>
          </p:nvPr>
        </p:nvSpPr>
        <p:spPr>
          <a:xfrm>
            <a:off x="5055284" y="3754807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ubTitle" idx="2"/>
          </p:nvPr>
        </p:nvSpPr>
        <p:spPr>
          <a:xfrm>
            <a:off x="1583300" y="3754807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5"/>
          <p:cNvSpPr txBox="1">
            <a:spLocks noGrp="1"/>
          </p:cNvSpPr>
          <p:nvPr>
            <p:ph type="subTitle" idx="3"/>
          </p:nvPr>
        </p:nvSpPr>
        <p:spPr>
          <a:xfrm>
            <a:off x="5055275" y="3363225"/>
            <a:ext cx="25056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>
            <a:endParaRPr/>
          </a:p>
        </p:txBody>
      </p:sp>
      <p:sp>
        <p:nvSpPr>
          <p:cNvPr id="57" name="Google Shape;57;p5"/>
          <p:cNvSpPr txBox="1">
            <a:spLocks noGrp="1"/>
          </p:cNvSpPr>
          <p:nvPr>
            <p:ph type="subTitle" idx="4"/>
          </p:nvPr>
        </p:nvSpPr>
        <p:spPr>
          <a:xfrm>
            <a:off x="1583300" y="3363225"/>
            <a:ext cx="25056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6"/>
          <p:cNvPicPr preferRelativeResize="0"/>
          <p:nvPr/>
        </p:nvPicPr>
        <p:blipFill rotWithShape="1">
          <a:blip r:embed="rId2">
            <a:alphaModFix amt="69000"/>
          </a:blip>
          <a:srcRect/>
          <a:stretch/>
        </p:blipFill>
        <p:spPr>
          <a:xfrm>
            <a:off x="0" y="0"/>
            <a:ext cx="9144000" cy="51435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0" name="Google Shape;60;p6"/>
          <p:cNvGrpSpPr/>
          <p:nvPr/>
        </p:nvGrpSpPr>
        <p:grpSpPr>
          <a:xfrm flipH="1">
            <a:off x="-5250" y="148063"/>
            <a:ext cx="9154500" cy="5000675"/>
            <a:chOff x="-5250" y="148063"/>
            <a:chExt cx="9154500" cy="5000675"/>
          </a:xfrm>
        </p:grpSpPr>
        <p:cxnSp>
          <p:nvCxnSpPr>
            <p:cNvPr id="61" name="Google Shape;61;p6"/>
            <p:cNvCxnSpPr/>
            <p:nvPr/>
          </p:nvCxnSpPr>
          <p:spPr>
            <a:xfrm>
              <a:off x="-5250" y="264463"/>
              <a:ext cx="9154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2" name="Google Shape;62;p6"/>
            <p:cNvCxnSpPr/>
            <p:nvPr/>
          </p:nvCxnSpPr>
          <p:spPr>
            <a:xfrm>
              <a:off x="8787425" y="259338"/>
              <a:ext cx="0" cy="4889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3" name="Google Shape;63;p6"/>
            <p:cNvSpPr/>
            <p:nvPr/>
          </p:nvSpPr>
          <p:spPr>
            <a:xfrm>
              <a:off x="488125" y="211663"/>
              <a:ext cx="723600" cy="1056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stok Web"/>
                <a:ea typeface="Istok Web"/>
                <a:cs typeface="Istok Web"/>
                <a:sym typeface="Istok Web"/>
              </a:endParaRPr>
            </a:p>
          </p:txBody>
        </p:sp>
        <p:sp>
          <p:nvSpPr>
            <p:cNvPr id="64" name="Google Shape;64;p6"/>
            <p:cNvSpPr/>
            <p:nvPr/>
          </p:nvSpPr>
          <p:spPr>
            <a:xfrm>
              <a:off x="8671025" y="148063"/>
              <a:ext cx="232800" cy="2328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stok Web"/>
                <a:ea typeface="Istok Web"/>
                <a:cs typeface="Istok Web"/>
                <a:sym typeface="Istok Web"/>
              </a:endParaRPr>
            </a:p>
          </p:txBody>
        </p:sp>
        <p:sp>
          <p:nvSpPr>
            <p:cNvPr id="65" name="Google Shape;65;p6"/>
            <p:cNvSpPr/>
            <p:nvPr/>
          </p:nvSpPr>
          <p:spPr>
            <a:xfrm>
              <a:off x="8701325" y="4706538"/>
              <a:ext cx="172200" cy="1722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stok Web"/>
                <a:ea typeface="Istok Web"/>
                <a:cs typeface="Istok Web"/>
                <a:sym typeface="Istok Web"/>
              </a:endParaRPr>
            </a:p>
          </p:txBody>
        </p:sp>
      </p:grpSp>
      <p:sp>
        <p:nvSpPr>
          <p:cNvPr id="66" name="Google Shape;66;p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67" name="Google Shape;67;p6"/>
          <p:cNvGrpSpPr/>
          <p:nvPr/>
        </p:nvGrpSpPr>
        <p:grpSpPr>
          <a:xfrm>
            <a:off x="8468873" y="3555950"/>
            <a:ext cx="634563" cy="1587396"/>
            <a:chOff x="3899880" y="1817280"/>
            <a:chExt cx="1502280" cy="3758040"/>
          </a:xfrm>
        </p:grpSpPr>
        <p:sp>
          <p:nvSpPr>
            <p:cNvPr id="68" name="Google Shape;68;p6"/>
            <p:cNvSpPr/>
            <p:nvPr/>
          </p:nvSpPr>
          <p:spPr>
            <a:xfrm>
              <a:off x="4374000" y="1818000"/>
              <a:ext cx="554760" cy="3757320"/>
            </a:xfrm>
            <a:custGeom>
              <a:avLst/>
              <a:gdLst/>
              <a:ahLst/>
              <a:cxnLst/>
              <a:rect l="l" t="t" r="r" b="b"/>
              <a:pathLst>
                <a:path w="1541" h="10437" extrusionOk="0">
                  <a:moveTo>
                    <a:pt x="1519" y="10437"/>
                  </a:moveTo>
                  <a:cubicBezTo>
                    <a:pt x="1508" y="10437"/>
                    <a:pt x="1498" y="10427"/>
                    <a:pt x="1496" y="10416"/>
                  </a:cubicBezTo>
                  <a:lnTo>
                    <a:pt x="918" y="47"/>
                  </a:lnTo>
                  <a:lnTo>
                    <a:pt x="625" y="47"/>
                  </a:lnTo>
                  <a:lnTo>
                    <a:pt x="46" y="10416"/>
                  </a:lnTo>
                  <a:cubicBezTo>
                    <a:pt x="46" y="10429"/>
                    <a:pt x="36" y="10439"/>
                    <a:pt x="22" y="10437"/>
                  </a:cubicBezTo>
                  <a:cubicBezTo>
                    <a:pt x="8" y="10437"/>
                    <a:pt x="0" y="10426"/>
                    <a:pt x="0" y="10413"/>
                  </a:cubicBezTo>
                  <a:lnTo>
                    <a:pt x="578" y="22"/>
                  </a:lnTo>
                  <a:cubicBezTo>
                    <a:pt x="578" y="10"/>
                    <a:pt x="588" y="0"/>
                    <a:pt x="601" y="0"/>
                  </a:cubicBezTo>
                  <a:lnTo>
                    <a:pt x="938" y="0"/>
                  </a:lnTo>
                  <a:cubicBezTo>
                    <a:pt x="950" y="0"/>
                    <a:pt x="960" y="10"/>
                    <a:pt x="961" y="22"/>
                  </a:cubicBezTo>
                  <a:lnTo>
                    <a:pt x="1541" y="10413"/>
                  </a:lnTo>
                  <a:cubicBezTo>
                    <a:pt x="1543" y="10426"/>
                    <a:pt x="1534" y="10436"/>
                    <a:pt x="1519" y="104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6"/>
            <p:cNvSpPr/>
            <p:nvPr/>
          </p:nvSpPr>
          <p:spPr>
            <a:xfrm>
              <a:off x="4381200" y="1817280"/>
              <a:ext cx="527760" cy="3613320"/>
            </a:xfrm>
            <a:custGeom>
              <a:avLst/>
              <a:gdLst/>
              <a:ahLst/>
              <a:cxnLst/>
              <a:rect l="l" t="t" r="r" b="b"/>
              <a:pathLst>
                <a:path w="1466" h="10037" extrusionOk="0">
                  <a:moveTo>
                    <a:pt x="25" y="10037"/>
                  </a:moveTo>
                  <a:cubicBezTo>
                    <a:pt x="16" y="10037"/>
                    <a:pt x="7" y="10031"/>
                    <a:pt x="3" y="10024"/>
                  </a:cubicBezTo>
                  <a:cubicBezTo>
                    <a:pt x="-3" y="10013"/>
                    <a:pt x="3" y="9999"/>
                    <a:pt x="15" y="9994"/>
                  </a:cubicBezTo>
                  <a:lnTo>
                    <a:pt x="1392" y="9377"/>
                  </a:lnTo>
                  <a:lnTo>
                    <a:pt x="93" y="8561"/>
                  </a:lnTo>
                  <a:cubicBezTo>
                    <a:pt x="86" y="8557"/>
                    <a:pt x="82" y="8550"/>
                    <a:pt x="83" y="8541"/>
                  </a:cubicBezTo>
                  <a:cubicBezTo>
                    <a:pt x="83" y="8532"/>
                    <a:pt x="88" y="8525"/>
                    <a:pt x="95" y="8522"/>
                  </a:cubicBezTo>
                  <a:lnTo>
                    <a:pt x="1309" y="7801"/>
                  </a:lnTo>
                  <a:lnTo>
                    <a:pt x="176" y="7125"/>
                  </a:lnTo>
                  <a:cubicBezTo>
                    <a:pt x="169" y="7120"/>
                    <a:pt x="165" y="7113"/>
                    <a:pt x="165" y="7106"/>
                  </a:cubicBezTo>
                  <a:cubicBezTo>
                    <a:pt x="165" y="7097"/>
                    <a:pt x="169" y="7090"/>
                    <a:pt x="175" y="7085"/>
                  </a:cubicBezTo>
                  <a:lnTo>
                    <a:pt x="1233" y="6422"/>
                  </a:lnTo>
                  <a:lnTo>
                    <a:pt x="249" y="5787"/>
                  </a:lnTo>
                  <a:cubicBezTo>
                    <a:pt x="243" y="5783"/>
                    <a:pt x="239" y="5778"/>
                    <a:pt x="239" y="5770"/>
                  </a:cubicBezTo>
                  <a:cubicBezTo>
                    <a:pt x="239" y="5763"/>
                    <a:pt x="242" y="5755"/>
                    <a:pt x="248" y="5751"/>
                  </a:cubicBezTo>
                  <a:lnTo>
                    <a:pt x="1161" y="5005"/>
                  </a:lnTo>
                  <a:lnTo>
                    <a:pt x="331" y="4304"/>
                  </a:lnTo>
                  <a:cubicBezTo>
                    <a:pt x="325" y="4299"/>
                    <a:pt x="322" y="4294"/>
                    <a:pt x="322" y="4286"/>
                  </a:cubicBezTo>
                  <a:cubicBezTo>
                    <a:pt x="322" y="4279"/>
                    <a:pt x="325" y="4273"/>
                    <a:pt x="331" y="4269"/>
                  </a:cubicBezTo>
                  <a:lnTo>
                    <a:pt x="1086" y="3622"/>
                  </a:lnTo>
                  <a:lnTo>
                    <a:pt x="402" y="3034"/>
                  </a:lnTo>
                  <a:cubicBezTo>
                    <a:pt x="396" y="3030"/>
                    <a:pt x="393" y="3022"/>
                    <a:pt x="393" y="3015"/>
                  </a:cubicBezTo>
                  <a:cubicBezTo>
                    <a:pt x="393" y="3008"/>
                    <a:pt x="398" y="3002"/>
                    <a:pt x="404" y="2998"/>
                  </a:cubicBezTo>
                  <a:lnTo>
                    <a:pt x="1020" y="2563"/>
                  </a:lnTo>
                  <a:lnTo>
                    <a:pt x="449" y="2208"/>
                  </a:lnTo>
                  <a:cubicBezTo>
                    <a:pt x="443" y="2204"/>
                    <a:pt x="439" y="2198"/>
                    <a:pt x="437" y="2189"/>
                  </a:cubicBezTo>
                  <a:cubicBezTo>
                    <a:pt x="437" y="2182"/>
                    <a:pt x="440" y="2174"/>
                    <a:pt x="446" y="2170"/>
                  </a:cubicBezTo>
                  <a:lnTo>
                    <a:pt x="976" y="1750"/>
                  </a:lnTo>
                  <a:lnTo>
                    <a:pt x="493" y="1383"/>
                  </a:lnTo>
                  <a:cubicBezTo>
                    <a:pt x="487" y="1379"/>
                    <a:pt x="484" y="1371"/>
                    <a:pt x="484" y="1364"/>
                  </a:cubicBezTo>
                  <a:cubicBezTo>
                    <a:pt x="484" y="1356"/>
                    <a:pt x="487" y="1350"/>
                    <a:pt x="493" y="1345"/>
                  </a:cubicBezTo>
                  <a:lnTo>
                    <a:pt x="936" y="994"/>
                  </a:lnTo>
                  <a:lnTo>
                    <a:pt x="532" y="697"/>
                  </a:lnTo>
                  <a:cubicBezTo>
                    <a:pt x="526" y="693"/>
                    <a:pt x="523" y="685"/>
                    <a:pt x="523" y="678"/>
                  </a:cubicBezTo>
                  <a:cubicBezTo>
                    <a:pt x="523" y="671"/>
                    <a:pt x="526" y="663"/>
                    <a:pt x="532" y="659"/>
                  </a:cubicBezTo>
                  <a:lnTo>
                    <a:pt x="903" y="362"/>
                  </a:lnTo>
                  <a:lnTo>
                    <a:pt x="567" y="41"/>
                  </a:lnTo>
                  <a:cubicBezTo>
                    <a:pt x="558" y="33"/>
                    <a:pt x="557" y="18"/>
                    <a:pt x="565" y="8"/>
                  </a:cubicBezTo>
                  <a:cubicBezTo>
                    <a:pt x="574" y="-1"/>
                    <a:pt x="589" y="-2"/>
                    <a:pt x="599" y="6"/>
                  </a:cubicBezTo>
                  <a:lnTo>
                    <a:pt x="954" y="344"/>
                  </a:lnTo>
                  <a:cubicBezTo>
                    <a:pt x="959" y="349"/>
                    <a:pt x="962" y="356"/>
                    <a:pt x="962" y="362"/>
                  </a:cubicBezTo>
                  <a:cubicBezTo>
                    <a:pt x="962" y="369"/>
                    <a:pt x="959" y="375"/>
                    <a:pt x="953" y="379"/>
                  </a:cubicBezTo>
                  <a:lnTo>
                    <a:pt x="584" y="675"/>
                  </a:lnTo>
                  <a:lnTo>
                    <a:pt x="988" y="972"/>
                  </a:lnTo>
                  <a:cubicBezTo>
                    <a:pt x="994" y="977"/>
                    <a:pt x="997" y="983"/>
                    <a:pt x="997" y="991"/>
                  </a:cubicBezTo>
                  <a:cubicBezTo>
                    <a:pt x="997" y="998"/>
                    <a:pt x="994" y="1006"/>
                    <a:pt x="988" y="1010"/>
                  </a:cubicBezTo>
                  <a:lnTo>
                    <a:pt x="545" y="1361"/>
                  </a:lnTo>
                  <a:lnTo>
                    <a:pt x="1029" y="1729"/>
                  </a:lnTo>
                  <a:cubicBezTo>
                    <a:pt x="1035" y="1733"/>
                    <a:pt x="1038" y="1740"/>
                    <a:pt x="1038" y="1748"/>
                  </a:cubicBezTo>
                  <a:cubicBezTo>
                    <a:pt x="1038" y="1755"/>
                    <a:pt x="1035" y="1762"/>
                    <a:pt x="1029" y="1766"/>
                  </a:cubicBezTo>
                  <a:lnTo>
                    <a:pt x="501" y="2185"/>
                  </a:lnTo>
                  <a:lnTo>
                    <a:pt x="1072" y="2537"/>
                  </a:lnTo>
                  <a:cubicBezTo>
                    <a:pt x="1080" y="2542"/>
                    <a:pt x="1083" y="2549"/>
                    <a:pt x="1084" y="2556"/>
                  </a:cubicBezTo>
                  <a:cubicBezTo>
                    <a:pt x="1084" y="2563"/>
                    <a:pt x="1081" y="2571"/>
                    <a:pt x="1074" y="2575"/>
                  </a:cubicBezTo>
                  <a:lnTo>
                    <a:pt x="453" y="3012"/>
                  </a:lnTo>
                  <a:lnTo>
                    <a:pt x="1135" y="3597"/>
                  </a:lnTo>
                  <a:cubicBezTo>
                    <a:pt x="1141" y="3601"/>
                    <a:pt x="1144" y="3608"/>
                    <a:pt x="1144" y="3615"/>
                  </a:cubicBezTo>
                  <a:cubicBezTo>
                    <a:pt x="1144" y="3623"/>
                    <a:pt x="1141" y="3628"/>
                    <a:pt x="1135" y="3632"/>
                  </a:cubicBezTo>
                  <a:lnTo>
                    <a:pt x="380" y="4279"/>
                  </a:lnTo>
                  <a:lnTo>
                    <a:pt x="1212" y="4980"/>
                  </a:lnTo>
                  <a:cubicBezTo>
                    <a:pt x="1218" y="4984"/>
                    <a:pt x="1221" y="4991"/>
                    <a:pt x="1221" y="4997"/>
                  </a:cubicBezTo>
                  <a:cubicBezTo>
                    <a:pt x="1221" y="5005"/>
                    <a:pt x="1218" y="5010"/>
                    <a:pt x="1212" y="5015"/>
                  </a:cubicBezTo>
                  <a:lnTo>
                    <a:pt x="302" y="5758"/>
                  </a:lnTo>
                  <a:lnTo>
                    <a:pt x="1290" y="6396"/>
                  </a:lnTo>
                  <a:cubicBezTo>
                    <a:pt x="1297" y="6400"/>
                    <a:pt x="1300" y="6408"/>
                    <a:pt x="1300" y="6415"/>
                  </a:cubicBezTo>
                  <a:cubicBezTo>
                    <a:pt x="1300" y="6422"/>
                    <a:pt x="1295" y="6430"/>
                    <a:pt x="1290" y="6434"/>
                  </a:cubicBezTo>
                  <a:lnTo>
                    <a:pt x="233" y="7095"/>
                  </a:lnTo>
                  <a:lnTo>
                    <a:pt x="1367" y="7773"/>
                  </a:lnTo>
                  <a:cubicBezTo>
                    <a:pt x="1374" y="7777"/>
                    <a:pt x="1378" y="7785"/>
                    <a:pt x="1378" y="7793"/>
                  </a:cubicBezTo>
                  <a:cubicBezTo>
                    <a:pt x="1378" y="7802"/>
                    <a:pt x="1374" y="7809"/>
                    <a:pt x="1367" y="7814"/>
                  </a:cubicBezTo>
                  <a:lnTo>
                    <a:pt x="153" y="8537"/>
                  </a:lnTo>
                  <a:lnTo>
                    <a:pt x="1456" y="9355"/>
                  </a:lnTo>
                  <a:cubicBezTo>
                    <a:pt x="1463" y="9360"/>
                    <a:pt x="1467" y="9368"/>
                    <a:pt x="1466" y="9377"/>
                  </a:cubicBezTo>
                  <a:cubicBezTo>
                    <a:pt x="1466" y="9386"/>
                    <a:pt x="1460" y="9393"/>
                    <a:pt x="1453" y="9396"/>
                  </a:cubicBezTo>
                  <a:lnTo>
                    <a:pt x="35" y="10030"/>
                  </a:lnTo>
                  <a:cubicBezTo>
                    <a:pt x="31" y="10036"/>
                    <a:pt x="28" y="10037"/>
                    <a:pt x="25" y="100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6"/>
            <p:cNvSpPr/>
            <p:nvPr/>
          </p:nvSpPr>
          <p:spPr>
            <a:xfrm>
              <a:off x="4394520" y="1817640"/>
              <a:ext cx="527040" cy="3612960"/>
            </a:xfrm>
            <a:custGeom>
              <a:avLst/>
              <a:gdLst/>
              <a:ahLst/>
              <a:cxnLst/>
              <a:rect l="l" t="t" r="r" b="b"/>
              <a:pathLst>
                <a:path w="1464" h="10036" extrusionOk="0">
                  <a:moveTo>
                    <a:pt x="1439" y="10036"/>
                  </a:moveTo>
                  <a:cubicBezTo>
                    <a:pt x="1436" y="10036"/>
                    <a:pt x="1433" y="10036"/>
                    <a:pt x="1430" y="10035"/>
                  </a:cubicBezTo>
                  <a:lnTo>
                    <a:pt x="13" y="9401"/>
                  </a:lnTo>
                  <a:cubicBezTo>
                    <a:pt x="5" y="9398"/>
                    <a:pt x="0" y="9389"/>
                    <a:pt x="0" y="9382"/>
                  </a:cubicBezTo>
                  <a:cubicBezTo>
                    <a:pt x="0" y="9373"/>
                    <a:pt x="2" y="9366"/>
                    <a:pt x="10" y="9360"/>
                  </a:cubicBezTo>
                  <a:lnTo>
                    <a:pt x="1312" y="8541"/>
                  </a:lnTo>
                  <a:lnTo>
                    <a:pt x="99" y="7817"/>
                  </a:lnTo>
                  <a:cubicBezTo>
                    <a:pt x="91" y="7813"/>
                    <a:pt x="87" y="7806"/>
                    <a:pt x="87" y="7797"/>
                  </a:cubicBezTo>
                  <a:cubicBezTo>
                    <a:pt x="87" y="7788"/>
                    <a:pt x="91" y="7781"/>
                    <a:pt x="99" y="7776"/>
                  </a:cubicBezTo>
                  <a:lnTo>
                    <a:pt x="1232" y="7099"/>
                  </a:lnTo>
                  <a:lnTo>
                    <a:pt x="176" y="6437"/>
                  </a:lnTo>
                  <a:cubicBezTo>
                    <a:pt x="169" y="6433"/>
                    <a:pt x="166" y="6426"/>
                    <a:pt x="166" y="6418"/>
                  </a:cubicBezTo>
                  <a:cubicBezTo>
                    <a:pt x="166" y="6411"/>
                    <a:pt x="170" y="6402"/>
                    <a:pt x="176" y="6399"/>
                  </a:cubicBezTo>
                  <a:lnTo>
                    <a:pt x="1164" y="5761"/>
                  </a:lnTo>
                  <a:lnTo>
                    <a:pt x="253" y="5018"/>
                  </a:lnTo>
                  <a:cubicBezTo>
                    <a:pt x="247" y="5014"/>
                    <a:pt x="244" y="5009"/>
                    <a:pt x="244" y="5001"/>
                  </a:cubicBezTo>
                  <a:cubicBezTo>
                    <a:pt x="244" y="4994"/>
                    <a:pt x="247" y="4988"/>
                    <a:pt x="253" y="4983"/>
                  </a:cubicBezTo>
                  <a:lnTo>
                    <a:pt x="1085" y="4282"/>
                  </a:lnTo>
                  <a:lnTo>
                    <a:pt x="330" y="3635"/>
                  </a:lnTo>
                  <a:cubicBezTo>
                    <a:pt x="324" y="3631"/>
                    <a:pt x="322" y="3625"/>
                    <a:pt x="322" y="3618"/>
                  </a:cubicBezTo>
                  <a:cubicBezTo>
                    <a:pt x="322" y="3611"/>
                    <a:pt x="324" y="3605"/>
                    <a:pt x="330" y="3600"/>
                  </a:cubicBezTo>
                  <a:lnTo>
                    <a:pt x="1012" y="3016"/>
                  </a:lnTo>
                  <a:lnTo>
                    <a:pt x="391" y="2579"/>
                  </a:lnTo>
                  <a:cubicBezTo>
                    <a:pt x="386" y="2574"/>
                    <a:pt x="381" y="2567"/>
                    <a:pt x="381" y="2560"/>
                  </a:cubicBezTo>
                  <a:cubicBezTo>
                    <a:pt x="381" y="2552"/>
                    <a:pt x="386" y="2545"/>
                    <a:pt x="393" y="2541"/>
                  </a:cubicBezTo>
                  <a:lnTo>
                    <a:pt x="964" y="2188"/>
                  </a:lnTo>
                  <a:lnTo>
                    <a:pt x="434" y="1767"/>
                  </a:lnTo>
                  <a:cubicBezTo>
                    <a:pt x="428" y="1763"/>
                    <a:pt x="425" y="1755"/>
                    <a:pt x="425" y="1748"/>
                  </a:cubicBezTo>
                  <a:cubicBezTo>
                    <a:pt x="425" y="1741"/>
                    <a:pt x="428" y="1733"/>
                    <a:pt x="434" y="1729"/>
                  </a:cubicBezTo>
                  <a:lnTo>
                    <a:pt x="917" y="1362"/>
                  </a:lnTo>
                  <a:lnTo>
                    <a:pt x="475" y="1011"/>
                  </a:lnTo>
                  <a:cubicBezTo>
                    <a:pt x="469" y="1006"/>
                    <a:pt x="466" y="999"/>
                    <a:pt x="466" y="992"/>
                  </a:cubicBezTo>
                  <a:cubicBezTo>
                    <a:pt x="466" y="984"/>
                    <a:pt x="469" y="977"/>
                    <a:pt x="475" y="973"/>
                  </a:cubicBezTo>
                  <a:lnTo>
                    <a:pt x="878" y="676"/>
                  </a:lnTo>
                  <a:lnTo>
                    <a:pt x="509" y="380"/>
                  </a:lnTo>
                  <a:cubicBezTo>
                    <a:pt x="504" y="375"/>
                    <a:pt x="501" y="369"/>
                    <a:pt x="501" y="362"/>
                  </a:cubicBezTo>
                  <a:cubicBezTo>
                    <a:pt x="501" y="354"/>
                    <a:pt x="504" y="349"/>
                    <a:pt x="508" y="345"/>
                  </a:cubicBezTo>
                  <a:lnTo>
                    <a:pt x="864" y="7"/>
                  </a:lnTo>
                  <a:cubicBezTo>
                    <a:pt x="872" y="-2"/>
                    <a:pt x="887" y="-2"/>
                    <a:pt x="897" y="8"/>
                  </a:cubicBezTo>
                  <a:cubicBezTo>
                    <a:pt x="906" y="17"/>
                    <a:pt x="906" y="32"/>
                    <a:pt x="896" y="42"/>
                  </a:cubicBezTo>
                  <a:lnTo>
                    <a:pt x="559" y="362"/>
                  </a:lnTo>
                  <a:lnTo>
                    <a:pt x="931" y="660"/>
                  </a:lnTo>
                  <a:cubicBezTo>
                    <a:pt x="936" y="664"/>
                    <a:pt x="939" y="670"/>
                    <a:pt x="939" y="678"/>
                  </a:cubicBezTo>
                  <a:cubicBezTo>
                    <a:pt x="939" y="685"/>
                    <a:pt x="936" y="693"/>
                    <a:pt x="931" y="697"/>
                  </a:cubicBezTo>
                  <a:lnTo>
                    <a:pt x="527" y="995"/>
                  </a:lnTo>
                  <a:lnTo>
                    <a:pt x="970" y="1346"/>
                  </a:lnTo>
                  <a:cubicBezTo>
                    <a:pt x="976" y="1350"/>
                    <a:pt x="979" y="1357"/>
                    <a:pt x="979" y="1365"/>
                  </a:cubicBezTo>
                  <a:cubicBezTo>
                    <a:pt x="979" y="1372"/>
                    <a:pt x="976" y="1379"/>
                    <a:pt x="970" y="1384"/>
                  </a:cubicBezTo>
                  <a:lnTo>
                    <a:pt x="486" y="1751"/>
                  </a:lnTo>
                  <a:lnTo>
                    <a:pt x="1017" y="2171"/>
                  </a:lnTo>
                  <a:cubicBezTo>
                    <a:pt x="1022" y="2175"/>
                    <a:pt x="1025" y="2181"/>
                    <a:pt x="1025" y="2189"/>
                  </a:cubicBezTo>
                  <a:cubicBezTo>
                    <a:pt x="1025" y="2196"/>
                    <a:pt x="1021" y="2204"/>
                    <a:pt x="1014" y="2208"/>
                  </a:cubicBezTo>
                  <a:lnTo>
                    <a:pt x="444" y="2560"/>
                  </a:lnTo>
                  <a:lnTo>
                    <a:pt x="1060" y="2994"/>
                  </a:lnTo>
                  <a:cubicBezTo>
                    <a:pt x="1066" y="2998"/>
                    <a:pt x="1070" y="3003"/>
                    <a:pt x="1070" y="3011"/>
                  </a:cubicBezTo>
                  <a:cubicBezTo>
                    <a:pt x="1070" y="3018"/>
                    <a:pt x="1068" y="3026"/>
                    <a:pt x="1062" y="3030"/>
                  </a:cubicBezTo>
                  <a:lnTo>
                    <a:pt x="378" y="3618"/>
                  </a:lnTo>
                  <a:lnTo>
                    <a:pt x="1133" y="4265"/>
                  </a:lnTo>
                  <a:cubicBezTo>
                    <a:pt x="1139" y="4269"/>
                    <a:pt x="1142" y="4275"/>
                    <a:pt x="1142" y="4282"/>
                  </a:cubicBezTo>
                  <a:cubicBezTo>
                    <a:pt x="1142" y="4290"/>
                    <a:pt x="1139" y="4295"/>
                    <a:pt x="1133" y="4300"/>
                  </a:cubicBezTo>
                  <a:lnTo>
                    <a:pt x="303" y="5001"/>
                  </a:lnTo>
                  <a:lnTo>
                    <a:pt x="1216" y="5747"/>
                  </a:lnTo>
                  <a:cubicBezTo>
                    <a:pt x="1222" y="5751"/>
                    <a:pt x="1225" y="5759"/>
                    <a:pt x="1225" y="5766"/>
                  </a:cubicBezTo>
                  <a:cubicBezTo>
                    <a:pt x="1225" y="5774"/>
                    <a:pt x="1221" y="5780"/>
                    <a:pt x="1215" y="5783"/>
                  </a:cubicBezTo>
                  <a:lnTo>
                    <a:pt x="231" y="6418"/>
                  </a:lnTo>
                  <a:lnTo>
                    <a:pt x="1289" y="7081"/>
                  </a:lnTo>
                  <a:cubicBezTo>
                    <a:pt x="1296" y="7086"/>
                    <a:pt x="1301" y="7093"/>
                    <a:pt x="1299" y="7102"/>
                  </a:cubicBezTo>
                  <a:cubicBezTo>
                    <a:pt x="1299" y="7110"/>
                    <a:pt x="1295" y="7118"/>
                    <a:pt x="1288" y="7121"/>
                  </a:cubicBezTo>
                  <a:lnTo>
                    <a:pt x="157" y="7797"/>
                  </a:lnTo>
                  <a:lnTo>
                    <a:pt x="1371" y="8518"/>
                  </a:lnTo>
                  <a:cubicBezTo>
                    <a:pt x="1378" y="8522"/>
                    <a:pt x="1382" y="8530"/>
                    <a:pt x="1382" y="8537"/>
                  </a:cubicBezTo>
                  <a:cubicBezTo>
                    <a:pt x="1382" y="8546"/>
                    <a:pt x="1378" y="8553"/>
                    <a:pt x="1372" y="8557"/>
                  </a:cubicBezTo>
                  <a:lnTo>
                    <a:pt x="74" y="9373"/>
                  </a:lnTo>
                  <a:lnTo>
                    <a:pt x="1451" y="9990"/>
                  </a:lnTo>
                  <a:cubicBezTo>
                    <a:pt x="1462" y="9995"/>
                    <a:pt x="1468" y="10009"/>
                    <a:pt x="1462" y="10020"/>
                  </a:cubicBezTo>
                  <a:cubicBezTo>
                    <a:pt x="1457" y="10030"/>
                    <a:pt x="1449" y="10036"/>
                    <a:pt x="1439" y="1003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6"/>
            <p:cNvSpPr/>
            <p:nvPr/>
          </p:nvSpPr>
          <p:spPr>
            <a:xfrm>
              <a:off x="4150440" y="2053080"/>
              <a:ext cx="1001160" cy="136800"/>
            </a:xfrm>
            <a:custGeom>
              <a:avLst/>
              <a:gdLst/>
              <a:ahLst/>
              <a:cxnLst/>
              <a:rect l="l" t="t" r="r" b="b"/>
              <a:pathLst>
                <a:path w="2781" h="380" extrusionOk="0">
                  <a:moveTo>
                    <a:pt x="1391" y="379"/>
                  </a:moveTo>
                  <a:cubicBezTo>
                    <a:pt x="1390" y="379"/>
                    <a:pt x="1389" y="379"/>
                    <a:pt x="1387" y="379"/>
                  </a:cubicBezTo>
                  <a:lnTo>
                    <a:pt x="19" y="135"/>
                  </a:lnTo>
                  <a:cubicBezTo>
                    <a:pt x="7" y="134"/>
                    <a:pt x="0" y="124"/>
                    <a:pt x="0" y="112"/>
                  </a:cubicBezTo>
                  <a:lnTo>
                    <a:pt x="0" y="23"/>
                  </a:lnTo>
                  <a:cubicBezTo>
                    <a:pt x="0" y="10"/>
                    <a:pt x="10" y="0"/>
                    <a:pt x="23" y="0"/>
                  </a:cubicBezTo>
                  <a:lnTo>
                    <a:pt x="2757" y="0"/>
                  </a:lnTo>
                  <a:cubicBezTo>
                    <a:pt x="2770" y="0"/>
                    <a:pt x="2781" y="10"/>
                    <a:pt x="2781" y="23"/>
                  </a:cubicBezTo>
                  <a:lnTo>
                    <a:pt x="2781" y="113"/>
                  </a:lnTo>
                  <a:cubicBezTo>
                    <a:pt x="2781" y="125"/>
                    <a:pt x="2772" y="134"/>
                    <a:pt x="2762" y="137"/>
                  </a:cubicBezTo>
                  <a:lnTo>
                    <a:pt x="1394" y="380"/>
                  </a:lnTo>
                  <a:cubicBezTo>
                    <a:pt x="1394" y="379"/>
                    <a:pt x="1393" y="379"/>
                    <a:pt x="1391" y="379"/>
                  </a:cubicBezTo>
                  <a:moveTo>
                    <a:pt x="47" y="93"/>
                  </a:moveTo>
                  <a:lnTo>
                    <a:pt x="1391" y="332"/>
                  </a:lnTo>
                  <a:lnTo>
                    <a:pt x="2735" y="93"/>
                  </a:lnTo>
                  <a:lnTo>
                    <a:pt x="2735" y="45"/>
                  </a:lnTo>
                  <a:lnTo>
                    <a:pt x="47" y="45"/>
                  </a:lnTo>
                  <a:lnTo>
                    <a:pt x="47" y="9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6"/>
            <p:cNvSpPr/>
            <p:nvPr/>
          </p:nvSpPr>
          <p:spPr>
            <a:xfrm>
              <a:off x="4150800" y="2053080"/>
              <a:ext cx="429840" cy="184680"/>
            </a:xfrm>
            <a:custGeom>
              <a:avLst/>
              <a:gdLst/>
              <a:ahLst/>
              <a:cxnLst/>
              <a:rect l="l" t="t" r="r" b="b"/>
              <a:pathLst>
                <a:path w="1194" h="513" extrusionOk="0">
                  <a:moveTo>
                    <a:pt x="24" y="513"/>
                  </a:moveTo>
                  <a:cubicBezTo>
                    <a:pt x="11" y="513"/>
                    <a:pt x="0" y="502"/>
                    <a:pt x="0" y="489"/>
                  </a:cubicBezTo>
                  <a:lnTo>
                    <a:pt x="0" y="23"/>
                  </a:lnTo>
                  <a:cubicBezTo>
                    <a:pt x="0" y="14"/>
                    <a:pt x="5" y="7"/>
                    <a:pt x="12" y="3"/>
                  </a:cubicBezTo>
                  <a:cubicBezTo>
                    <a:pt x="19" y="-2"/>
                    <a:pt x="30" y="0"/>
                    <a:pt x="35" y="4"/>
                  </a:cubicBezTo>
                  <a:lnTo>
                    <a:pt x="204" y="118"/>
                  </a:lnTo>
                  <a:lnTo>
                    <a:pt x="429" y="3"/>
                  </a:lnTo>
                  <a:cubicBezTo>
                    <a:pt x="439" y="-2"/>
                    <a:pt x="451" y="0"/>
                    <a:pt x="458" y="8"/>
                  </a:cubicBezTo>
                  <a:lnTo>
                    <a:pt x="596" y="183"/>
                  </a:lnTo>
                  <a:lnTo>
                    <a:pt x="879" y="4"/>
                  </a:lnTo>
                  <a:cubicBezTo>
                    <a:pt x="888" y="-2"/>
                    <a:pt x="901" y="0"/>
                    <a:pt x="908" y="7"/>
                  </a:cubicBezTo>
                  <a:lnTo>
                    <a:pt x="1188" y="301"/>
                  </a:lnTo>
                  <a:cubicBezTo>
                    <a:pt x="1197" y="310"/>
                    <a:pt x="1197" y="325"/>
                    <a:pt x="1186" y="335"/>
                  </a:cubicBezTo>
                  <a:cubicBezTo>
                    <a:pt x="1178" y="344"/>
                    <a:pt x="1163" y="344"/>
                    <a:pt x="1153" y="333"/>
                  </a:cubicBezTo>
                  <a:lnTo>
                    <a:pt x="886" y="52"/>
                  </a:lnTo>
                  <a:lnTo>
                    <a:pt x="602" y="233"/>
                  </a:lnTo>
                  <a:cubicBezTo>
                    <a:pt x="592" y="239"/>
                    <a:pt x="579" y="237"/>
                    <a:pt x="572" y="227"/>
                  </a:cubicBezTo>
                  <a:lnTo>
                    <a:pt x="433" y="51"/>
                  </a:lnTo>
                  <a:lnTo>
                    <a:pt x="215" y="164"/>
                  </a:lnTo>
                  <a:cubicBezTo>
                    <a:pt x="207" y="169"/>
                    <a:pt x="199" y="167"/>
                    <a:pt x="191" y="163"/>
                  </a:cubicBezTo>
                  <a:lnTo>
                    <a:pt x="47" y="65"/>
                  </a:lnTo>
                  <a:lnTo>
                    <a:pt x="47" y="488"/>
                  </a:lnTo>
                  <a:cubicBezTo>
                    <a:pt x="46" y="502"/>
                    <a:pt x="35" y="513"/>
                    <a:pt x="24" y="51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6"/>
            <p:cNvSpPr/>
            <p:nvPr/>
          </p:nvSpPr>
          <p:spPr>
            <a:xfrm>
              <a:off x="4722120" y="2052360"/>
              <a:ext cx="429840" cy="185400"/>
            </a:xfrm>
            <a:custGeom>
              <a:avLst/>
              <a:gdLst/>
              <a:ahLst/>
              <a:cxnLst/>
              <a:rect l="l" t="t" r="r" b="b"/>
              <a:pathLst>
                <a:path w="1194" h="515" extrusionOk="0">
                  <a:moveTo>
                    <a:pt x="1171" y="515"/>
                  </a:moveTo>
                  <a:cubicBezTo>
                    <a:pt x="1158" y="515"/>
                    <a:pt x="1147" y="504"/>
                    <a:pt x="1147" y="491"/>
                  </a:cubicBezTo>
                  <a:lnTo>
                    <a:pt x="1147" y="69"/>
                  </a:lnTo>
                  <a:lnTo>
                    <a:pt x="1004" y="166"/>
                  </a:lnTo>
                  <a:cubicBezTo>
                    <a:pt x="997" y="171"/>
                    <a:pt x="988" y="172"/>
                    <a:pt x="981" y="168"/>
                  </a:cubicBezTo>
                  <a:lnTo>
                    <a:pt x="762" y="54"/>
                  </a:lnTo>
                  <a:lnTo>
                    <a:pt x="624" y="230"/>
                  </a:lnTo>
                  <a:cubicBezTo>
                    <a:pt x="617" y="239"/>
                    <a:pt x="603" y="242"/>
                    <a:pt x="593" y="236"/>
                  </a:cubicBezTo>
                  <a:lnTo>
                    <a:pt x="308" y="54"/>
                  </a:lnTo>
                  <a:lnTo>
                    <a:pt x="41" y="334"/>
                  </a:lnTo>
                  <a:cubicBezTo>
                    <a:pt x="32" y="343"/>
                    <a:pt x="18" y="344"/>
                    <a:pt x="7" y="335"/>
                  </a:cubicBezTo>
                  <a:cubicBezTo>
                    <a:pt x="-1" y="327"/>
                    <a:pt x="-3" y="312"/>
                    <a:pt x="6" y="302"/>
                  </a:cubicBezTo>
                  <a:lnTo>
                    <a:pt x="286" y="8"/>
                  </a:lnTo>
                  <a:cubicBezTo>
                    <a:pt x="293" y="0"/>
                    <a:pt x="306" y="-3"/>
                    <a:pt x="315" y="5"/>
                  </a:cubicBezTo>
                  <a:lnTo>
                    <a:pt x="598" y="184"/>
                  </a:lnTo>
                  <a:lnTo>
                    <a:pt x="736" y="9"/>
                  </a:lnTo>
                  <a:cubicBezTo>
                    <a:pt x="743" y="0"/>
                    <a:pt x="755" y="-3"/>
                    <a:pt x="765" y="3"/>
                  </a:cubicBezTo>
                  <a:lnTo>
                    <a:pt x="990" y="118"/>
                  </a:lnTo>
                  <a:lnTo>
                    <a:pt x="1158" y="5"/>
                  </a:lnTo>
                  <a:cubicBezTo>
                    <a:pt x="1165" y="0"/>
                    <a:pt x="1174" y="-1"/>
                    <a:pt x="1181" y="3"/>
                  </a:cubicBezTo>
                  <a:cubicBezTo>
                    <a:pt x="1188" y="8"/>
                    <a:pt x="1193" y="15"/>
                    <a:pt x="1193" y="24"/>
                  </a:cubicBezTo>
                  <a:lnTo>
                    <a:pt x="1193" y="490"/>
                  </a:lnTo>
                  <a:cubicBezTo>
                    <a:pt x="1194" y="504"/>
                    <a:pt x="1182" y="515"/>
                    <a:pt x="1171" y="5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6"/>
            <p:cNvSpPr/>
            <p:nvPr/>
          </p:nvSpPr>
          <p:spPr>
            <a:xfrm>
              <a:off x="4102200" y="3223800"/>
              <a:ext cx="1098360" cy="148680"/>
            </a:xfrm>
            <a:custGeom>
              <a:avLst/>
              <a:gdLst/>
              <a:ahLst/>
              <a:cxnLst/>
              <a:rect l="l" t="t" r="r" b="b"/>
              <a:pathLst>
                <a:path w="3051" h="413" extrusionOk="0">
                  <a:moveTo>
                    <a:pt x="3028" y="413"/>
                  </a:moveTo>
                  <a:lnTo>
                    <a:pt x="23" y="413"/>
                  </a:lnTo>
                  <a:cubicBezTo>
                    <a:pt x="10" y="413"/>
                    <a:pt x="0" y="403"/>
                    <a:pt x="0" y="389"/>
                  </a:cubicBezTo>
                  <a:lnTo>
                    <a:pt x="0" y="290"/>
                  </a:lnTo>
                  <a:cubicBezTo>
                    <a:pt x="0" y="279"/>
                    <a:pt x="9" y="270"/>
                    <a:pt x="19" y="267"/>
                  </a:cubicBezTo>
                  <a:lnTo>
                    <a:pt x="1521" y="0"/>
                  </a:lnTo>
                  <a:cubicBezTo>
                    <a:pt x="1524" y="0"/>
                    <a:pt x="1527" y="0"/>
                    <a:pt x="1530" y="0"/>
                  </a:cubicBezTo>
                  <a:lnTo>
                    <a:pt x="3031" y="267"/>
                  </a:lnTo>
                  <a:cubicBezTo>
                    <a:pt x="3043" y="268"/>
                    <a:pt x="3050" y="279"/>
                    <a:pt x="3050" y="290"/>
                  </a:cubicBezTo>
                  <a:lnTo>
                    <a:pt x="3050" y="389"/>
                  </a:lnTo>
                  <a:cubicBezTo>
                    <a:pt x="3051" y="403"/>
                    <a:pt x="3040" y="413"/>
                    <a:pt x="3028" y="413"/>
                  </a:cubicBezTo>
                  <a:moveTo>
                    <a:pt x="47" y="368"/>
                  </a:moveTo>
                  <a:lnTo>
                    <a:pt x="3005" y="368"/>
                  </a:lnTo>
                  <a:lnTo>
                    <a:pt x="3005" y="311"/>
                  </a:lnTo>
                  <a:lnTo>
                    <a:pt x="1525" y="48"/>
                  </a:lnTo>
                  <a:lnTo>
                    <a:pt x="45" y="311"/>
                  </a:lnTo>
                  <a:lnTo>
                    <a:pt x="45" y="368"/>
                  </a:lnTo>
                  <a:lnTo>
                    <a:pt x="47" y="36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6"/>
            <p:cNvSpPr/>
            <p:nvPr/>
          </p:nvSpPr>
          <p:spPr>
            <a:xfrm>
              <a:off x="4102200" y="3249720"/>
              <a:ext cx="416520" cy="279360"/>
            </a:xfrm>
            <a:custGeom>
              <a:avLst/>
              <a:gdLst/>
              <a:ahLst/>
              <a:cxnLst/>
              <a:rect l="l" t="t" r="r" b="b"/>
              <a:pathLst>
                <a:path w="1157" h="776" extrusionOk="0">
                  <a:moveTo>
                    <a:pt x="23" y="776"/>
                  </a:moveTo>
                  <a:cubicBezTo>
                    <a:pt x="10" y="776"/>
                    <a:pt x="0" y="766"/>
                    <a:pt x="0" y="753"/>
                  </a:cubicBezTo>
                  <a:lnTo>
                    <a:pt x="0" y="317"/>
                  </a:lnTo>
                  <a:cubicBezTo>
                    <a:pt x="0" y="309"/>
                    <a:pt x="4" y="301"/>
                    <a:pt x="12" y="297"/>
                  </a:cubicBezTo>
                  <a:lnTo>
                    <a:pt x="229" y="173"/>
                  </a:lnTo>
                  <a:cubicBezTo>
                    <a:pt x="236" y="169"/>
                    <a:pt x="245" y="169"/>
                    <a:pt x="252" y="173"/>
                  </a:cubicBezTo>
                  <a:lnTo>
                    <a:pt x="452" y="288"/>
                  </a:lnTo>
                  <a:lnTo>
                    <a:pt x="629" y="93"/>
                  </a:lnTo>
                  <a:cubicBezTo>
                    <a:pt x="634" y="89"/>
                    <a:pt x="640" y="86"/>
                    <a:pt x="645" y="86"/>
                  </a:cubicBezTo>
                  <a:cubicBezTo>
                    <a:pt x="651" y="86"/>
                    <a:pt x="657" y="87"/>
                    <a:pt x="661" y="92"/>
                  </a:cubicBezTo>
                  <a:lnTo>
                    <a:pt x="873" y="285"/>
                  </a:lnTo>
                  <a:lnTo>
                    <a:pt x="1117" y="7"/>
                  </a:lnTo>
                  <a:cubicBezTo>
                    <a:pt x="1126" y="-3"/>
                    <a:pt x="1141" y="-3"/>
                    <a:pt x="1150" y="6"/>
                  </a:cubicBezTo>
                  <a:cubicBezTo>
                    <a:pt x="1160" y="14"/>
                    <a:pt x="1160" y="29"/>
                    <a:pt x="1151" y="38"/>
                  </a:cubicBezTo>
                  <a:lnTo>
                    <a:pt x="890" y="335"/>
                  </a:lnTo>
                  <a:cubicBezTo>
                    <a:pt x="886" y="339"/>
                    <a:pt x="880" y="342"/>
                    <a:pt x="874" y="342"/>
                  </a:cubicBezTo>
                  <a:cubicBezTo>
                    <a:pt x="868" y="342"/>
                    <a:pt x="863" y="341"/>
                    <a:pt x="857" y="336"/>
                  </a:cubicBezTo>
                  <a:lnTo>
                    <a:pt x="645" y="143"/>
                  </a:lnTo>
                  <a:lnTo>
                    <a:pt x="471" y="335"/>
                  </a:lnTo>
                  <a:cubicBezTo>
                    <a:pt x="463" y="344"/>
                    <a:pt x="452" y="345"/>
                    <a:pt x="441" y="339"/>
                  </a:cubicBezTo>
                  <a:lnTo>
                    <a:pt x="237" y="221"/>
                  </a:lnTo>
                  <a:lnTo>
                    <a:pt x="44" y="332"/>
                  </a:lnTo>
                  <a:lnTo>
                    <a:pt x="44" y="753"/>
                  </a:lnTo>
                  <a:cubicBezTo>
                    <a:pt x="47" y="766"/>
                    <a:pt x="35" y="776"/>
                    <a:pt x="23" y="77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6"/>
            <p:cNvSpPr/>
            <p:nvPr/>
          </p:nvSpPr>
          <p:spPr>
            <a:xfrm>
              <a:off x="4783320" y="3249360"/>
              <a:ext cx="416880" cy="279720"/>
            </a:xfrm>
            <a:custGeom>
              <a:avLst/>
              <a:gdLst/>
              <a:ahLst/>
              <a:cxnLst/>
              <a:rect l="l" t="t" r="r" b="b"/>
              <a:pathLst>
                <a:path w="1158" h="777" extrusionOk="0">
                  <a:moveTo>
                    <a:pt x="1136" y="777"/>
                  </a:moveTo>
                  <a:cubicBezTo>
                    <a:pt x="1123" y="777"/>
                    <a:pt x="1113" y="767"/>
                    <a:pt x="1113" y="754"/>
                  </a:cubicBezTo>
                  <a:lnTo>
                    <a:pt x="1113" y="333"/>
                  </a:lnTo>
                  <a:lnTo>
                    <a:pt x="920" y="222"/>
                  </a:lnTo>
                  <a:lnTo>
                    <a:pt x="716" y="340"/>
                  </a:lnTo>
                  <a:cubicBezTo>
                    <a:pt x="707" y="346"/>
                    <a:pt x="694" y="343"/>
                    <a:pt x="687" y="336"/>
                  </a:cubicBezTo>
                  <a:lnTo>
                    <a:pt x="512" y="144"/>
                  </a:lnTo>
                  <a:lnTo>
                    <a:pt x="301" y="336"/>
                  </a:lnTo>
                  <a:cubicBezTo>
                    <a:pt x="296" y="340"/>
                    <a:pt x="291" y="342"/>
                    <a:pt x="283" y="342"/>
                  </a:cubicBezTo>
                  <a:cubicBezTo>
                    <a:pt x="278" y="342"/>
                    <a:pt x="272" y="339"/>
                    <a:pt x="267" y="334"/>
                  </a:cubicBezTo>
                  <a:lnTo>
                    <a:pt x="6" y="37"/>
                  </a:lnTo>
                  <a:cubicBezTo>
                    <a:pt x="-2" y="27"/>
                    <a:pt x="-1" y="12"/>
                    <a:pt x="8" y="5"/>
                  </a:cubicBezTo>
                  <a:cubicBezTo>
                    <a:pt x="18" y="-4"/>
                    <a:pt x="33" y="-2"/>
                    <a:pt x="40" y="7"/>
                  </a:cubicBezTo>
                  <a:lnTo>
                    <a:pt x="285" y="285"/>
                  </a:lnTo>
                  <a:lnTo>
                    <a:pt x="496" y="91"/>
                  </a:lnTo>
                  <a:cubicBezTo>
                    <a:pt x="500" y="87"/>
                    <a:pt x="506" y="85"/>
                    <a:pt x="512" y="85"/>
                  </a:cubicBezTo>
                  <a:cubicBezTo>
                    <a:pt x="518" y="85"/>
                    <a:pt x="524" y="88"/>
                    <a:pt x="528" y="93"/>
                  </a:cubicBezTo>
                  <a:lnTo>
                    <a:pt x="706" y="288"/>
                  </a:lnTo>
                  <a:lnTo>
                    <a:pt x="906" y="173"/>
                  </a:lnTo>
                  <a:cubicBezTo>
                    <a:pt x="913" y="168"/>
                    <a:pt x="922" y="168"/>
                    <a:pt x="929" y="173"/>
                  </a:cubicBezTo>
                  <a:lnTo>
                    <a:pt x="1145" y="297"/>
                  </a:lnTo>
                  <a:cubicBezTo>
                    <a:pt x="1152" y="301"/>
                    <a:pt x="1157" y="308"/>
                    <a:pt x="1157" y="317"/>
                  </a:cubicBezTo>
                  <a:lnTo>
                    <a:pt x="1157" y="753"/>
                  </a:lnTo>
                  <a:cubicBezTo>
                    <a:pt x="1159" y="767"/>
                    <a:pt x="1148" y="777"/>
                    <a:pt x="1136" y="77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6"/>
            <p:cNvSpPr/>
            <p:nvPr/>
          </p:nvSpPr>
          <p:spPr>
            <a:xfrm>
              <a:off x="3900240" y="2660760"/>
              <a:ext cx="1501920" cy="163800"/>
            </a:xfrm>
            <a:custGeom>
              <a:avLst/>
              <a:gdLst/>
              <a:ahLst/>
              <a:cxnLst/>
              <a:rect l="l" t="t" r="r" b="b"/>
              <a:pathLst>
                <a:path w="4172" h="455" extrusionOk="0">
                  <a:moveTo>
                    <a:pt x="4149" y="455"/>
                  </a:moveTo>
                  <a:lnTo>
                    <a:pt x="23" y="455"/>
                  </a:lnTo>
                  <a:cubicBezTo>
                    <a:pt x="10" y="455"/>
                    <a:pt x="0" y="445"/>
                    <a:pt x="0" y="432"/>
                  </a:cubicBezTo>
                  <a:lnTo>
                    <a:pt x="0" y="296"/>
                  </a:lnTo>
                  <a:cubicBezTo>
                    <a:pt x="0" y="285"/>
                    <a:pt x="9" y="274"/>
                    <a:pt x="20" y="273"/>
                  </a:cubicBezTo>
                  <a:lnTo>
                    <a:pt x="2084" y="0"/>
                  </a:lnTo>
                  <a:cubicBezTo>
                    <a:pt x="2085" y="0"/>
                    <a:pt x="2088" y="0"/>
                    <a:pt x="2089" y="0"/>
                  </a:cubicBezTo>
                  <a:lnTo>
                    <a:pt x="4152" y="273"/>
                  </a:lnTo>
                  <a:cubicBezTo>
                    <a:pt x="4163" y="274"/>
                    <a:pt x="4172" y="285"/>
                    <a:pt x="4172" y="296"/>
                  </a:cubicBezTo>
                  <a:lnTo>
                    <a:pt x="4172" y="432"/>
                  </a:lnTo>
                  <a:cubicBezTo>
                    <a:pt x="4172" y="445"/>
                    <a:pt x="4162" y="455"/>
                    <a:pt x="4149" y="455"/>
                  </a:cubicBezTo>
                  <a:moveTo>
                    <a:pt x="47" y="408"/>
                  </a:moveTo>
                  <a:lnTo>
                    <a:pt x="4125" y="408"/>
                  </a:lnTo>
                  <a:lnTo>
                    <a:pt x="4125" y="317"/>
                  </a:lnTo>
                  <a:lnTo>
                    <a:pt x="2086" y="47"/>
                  </a:lnTo>
                  <a:lnTo>
                    <a:pt x="47" y="317"/>
                  </a:lnTo>
                  <a:lnTo>
                    <a:pt x="47" y="40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6"/>
            <p:cNvSpPr/>
            <p:nvPr/>
          </p:nvSpPr>
          <p:spPr>
            <a:xfrm>
              <a:off x="3900240" y="2675160"/>
              <a:ext cx="650880" cy="278280"/>
            </a:xfrm>
            <a:custGeom>
              <a:avLst/>
              <a:gdLst/>
              <a:ahLst/>
              <a:cxnLst/>
              <a:rect l="l" t="t" r="r" b="b"/>
              <a:pathLst>
                <a:path w="1808" h="773" extrusionOk="0">
                  <a:moveTo>
                    <a:pt x="23" y="773"/>
                  </a:moveTo>
                  <a:cubicBezTo>
                    <a:pt x="10" y="773"/>
                    <a:pt x="0" y="762"/>
                    <a:pt x="0" y="749"/>
                  </a:cubicBezTo>
                  <a:lnTo>
                    <a:pt x="0" y="256"/>
                  </a:lnTo>
                  <a:cubicBezTo>
                    <a:pt x="0" y="248"/>
                    <a:pt x="4" y="240"/>
                    <a:pt x="12" y="236"/>
                  </a:cubicBezTo>
                  <a:cubicBezTo>
                    <a:pt x="19" y="231"/>
                    <a:pt x="28" y="231"/>
                    <a:pt x="35" y="236"/>
                  </a:cubicBezTo>
                  <a:lnTo>
                    <a:pt x="267" y="364"/>
                  </a:lnTo>
                  <a:lnTo>
                    <a:pt x="526" y="169"/>
                  </a:lnTo>
                  <a:cubicBezTo>
                    <a:pt x="535" y="163"/>
                    <a:pt x="545" y="163"/>
                    <a:pt x="554" y="169"/>
                  </a:cubicBezTo>
                  <a:lnTo>
                    <a:pt x="822" y="363"/>
                  </a:lnTo>
                  <a:lnTo>
                    <a:pt x="1126" y="92"/>
                  </a:lnTo>
                  <a:cubicBezTo>
                    <a:pt x="1135" y="84"/>
                    <a:pt x="1148" y="84"/>
                    <a:pt x="1157" y="92"/>
                  </a:cubicBezTo>
                  <a:lnTo>
                    <a:pt x="1460" y="360"/>
                  </a:lnTo>
                  <a:lnTo>
                    <a:pt x="1769" y="9"/>
                  </a:lnTo>
                  <a:cubicBezTo>
                    <a:pt x="1778" y="-2"/>
                    <a:pt x="1792" y="-2"/>
                    <a:pt x="1801" y="7"/>
                  </a:cubicBezTo>
                  <a:cubicBezTo>
                    <a:pt x="1811" y="16"/>
                    <a:pt x="1811" y="30"/>
                    <a:pt x="1802" y="39"/>
                  </a:cubicBezTo>
                  <a:lnTo>
                    <a:pt x="1479" y="408"/>
                  </a:lnTo>
                  <a:cubicBezTo>
                    <a:pt x="1475" y="412"/>
                    <a:pt x="1469" y="415"/>
                    <a:pt x="1463" y="415"/>
                  </a:cubicBezTo>
                  <a:cubicBezTo>
                    <a:pt x="1457" y="415"/>
                    <a:pt x="1451" y="414"/>
                    <a:pt x="1445" y="409"/>
                  </a:cubicBezTo>
                  <a:lnTo>
                    <a:pt x="1141" y="140"/>
                  </a:lnTo>
                  <a:lnTo>
                    <a:pt x="838" y="409"/>
                  </a:lnTo>
                  <a:cubicBezTo>
                    <a:pt x="829" y="417"/>
                    <a:pt x="817" y="417"/>
                    <a:pt x="809" y="411"/>
                  </a:cubicBezTo>
                  <a:lnTo>
                    <a:pt x="539" y="217"/>
                  </a:lnTo>
                  <a:lnTo>
                    <a:pt x="281" y="411"/>
                  </a:lnTo>
                  <a:cubicBezTo>
                    <a:pt x="274" y="417"/>
                    <a:pt x="264" y="417"/>
                    <a:pt x="256" y="412"/>
                  </a:cubicBezTo>
                  <a:lnTo>
                    <a:pt x="45" y="296"/>
                  </a:lnTo>
                  <a:lnTo>
                    <a:pt x="45" y="749"/>
                  </a:lnTo>
                  <a:cubicBezTo>
                    <a:pt x="47" y="762"/>
                    <a:pt x="36" y="773"/>
                    <a:pt x="23" y="7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6"/>
            <p:cNvSpPr/>
            <p:nvPr/>
          </p:nvSpPr>
          <p:spPr>
            <a:xfrm>
              <a:off x="3899880" y="2691720"/>
              <a:ext cx="643320" cy="132840"/>
            </a:xfrm>
            <a:custGeom>
              <a:avLst/>
              <a:gdLst/>
              <a:ahLst/>
              <a:cxnLst/>
              <a:rect l="l" t="t" r="r" b="b"/>
              <a:pathLst>
                <a:path w="1787" h="369" extrusionOk="0">
                  <a:moveTo>
                    <a:pt x="24" y="369"/>
                  </a:moveTo>
                  <a:cubicBezTo>
                    <a:pt x="17" y="369"/>
                    <a:pt x="10" y="366"/>
                    <a:pt x="5" y="359"/>
                  </a:cubicBezTo>
                  <a:cubicBezTo>
                    <a:pt x="-2" y="349"/>
                    <a:pt x="-1" y="334"/>
                    <a:pt x="11" y="327"/>
                  </a:cubicBezTo>
                  <a:lnTo>
                    <a:pt x="243" y="161"/>
                  </a:lnTo>
                  <a:cubicBezTo>
                    <a:pt x="250" y="155"/>
                    <a:pt x="260" y="155"/>
                    <a:pt x="268" y="159"/>
                  </a:cubicBezTo>
                  <a:lnTo>
                    <a:pt x="539" y="317"/>
                  </a:lnTo>
                  <a:lnTo>
                    <a:pt x="767" y="92"/>
                  </a:lnTo>
                  <a:cubicBezTo>
                    <a:pt x="775" y="85"/>
                    <a:pt x="786" y="83"/>
                    <a:pt x="797" y="89"/>
                  </a:cubicBezTo>
                  <a:lnTo>
                    <a:pt x="1149" y="315"/>
                  </a:lnTo>
                  <a:lnTo>
                    <a:pt x="1422" y="8"/>
                  </a:lnTo>
                  <a:cubicBezTo>
                    <a:pt x="1426" y="3"/>
                    <a:pt x="1432" y="0"/>
                    <a:pt x="1438" y="0"/>
                  </a:cubicBezTo>
                  <a:cubicBezTo>
                    <a:pt x="1443" y="0"/>
                    <a:pt x="1451" y="3"/>
                    <a:pt x="1455" y="8"/>
                  </a:cubicBezTo>
                  <a:lnTo>
                    <a:pt x="1781" y="330"/>
                  </a:lnTo>
                  <a:cubicBezTo>
                    <a:pt x="1790" y="338"/>
                    <a:pt x="1790" y="353"/>
                    <a:pt x="1781" y="363"/>
                  </a:cubicBezTo>
                  <a:cubicBezTo>
                    <a:pt x="1773" y="372"/>
                    <a:pt x="1758" y="372"/>
                    <a:pt x="1748" y="363"/>
                  </a:cubicBezTo>
                  <a:lnTo>
                    <a:pt x="1439" y="57"/>
                  </a:lnTo>
                  <a:lnTo>
                    <a:pt x="1170" y="362"/>
                  </a:lnTo>
                  <a:cubicBezTo>
                    <a:pt x="1162" y="371"/>
                    <a:pt x="1149" y="372"/>
                    <a:pt x="1140" y="366"/>
                  </a:cubicBezTo>
                  <a:lnTo>
                    <a:pt x="786" y="140"/>
                  </a:lnTo>
                  <a:lnTo>
                    <a:pt x="558" y="362"/>
                  </a:lnTo>
                  <a:cubicBezTo>
                    <a:pt x="550" y="369"/>
                    <a:pt x="539" y="371"/>
                    <a:pt x="530" y="365"/>
                  </a:cubicBezTo>
                  <a:lnTo>
                    <a:pt x="256" y="206"/>
                  </a:lnTo>
                  <a:lnTo>
                    <a:pt x="37" y="363"/>
                  </a:lnTo>
                  <a:cubicBezTo>
                    <a:pt x="33" y="368"/>
                    <a:pt x="29" y="369"/>
                    <a:pt x="24" y="36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6"/>
            <p:cNvSpPr/>
            <p:nvPr/>
          </p:nvSpPr>
          <p:spPr>
            <a:xfrm>
              <a:off x="4750920" y="2675520"/>
              <a:ext cx="651240" cy="277920"/>
            </a:xfrm>
            <a:custGeom>
              <a:avLst/>
              <a:gdLst/>
              <a:ahLst/>
              <a:cxnLst/>
              <a:rect l="l" t="t" r="r" b="b"/>
              <a:pathLst>
                <a:path w="1809" h="772" extrusionOk="0">
                  <a:moveTo>
                    <a:pt x="1786" y="772"/>
                  </a:moveTo>
                  <a:cubicBezTo>
                    <a:pt x="1773" y="772"/>
                    <a:pt x="1762" y="761"/>
                    <a:pt x="1762" y="748"/>
                  </a:cubicBezTo>
                  <a:lnTo>
                    <a:pt x="1762" y="295"/>
                  </a:lnTo>
                  <a:lnTo>
                    <a:pt x="1551" y="411"/>
                  </a:lnTo>
                  <a:cubicBezTo>
                    <a:pt x="1542" y="416"/>
                    <a:pt x="1534" y="416"/>
                    <a:pt x="1526" y="410"/>
                  </a:cubicBezTo>
                  <a:lnTo>
                    <a:pt x="1268" y="216"/>
                  </a:lnTo>
                  <a:lnTo>
                    <a:pt x="1000" y="410"/>
                  </a:lnTo>
                  <a:cubicBezTo>
                    <a:pt x="991" y="416"/>
                    <a:pt x="979" y="416"/>
                    <a:pt x="971" y="408"/>
                  </a:cubicBezTo>
                  <a:lnTo>
                    <a:pt x="668" y="139"/>
                  </a:lnTo>
                  <a:lnTo>
                    <a:pt x="363" y="408"/>
                  </a:lnTo>
                  <a:cubicBezTo>
                    <a:pt x="359" y="413"/>
                    <a:pt x="353" y="414"/>
                    <a:pt x="346" y="414"/>
                  </a:cubicBezTo>
                  <a:cubicBezTo>
                    <a:pt x="340" y="414"/>
                    <a:pt x="334" y="411"/>
                    <a:pt x="330" y="407"/>
                  </a:cubicBezTo>
                  <a:lnTo>
                    <a:pt x="6" y="38"/>
                  </a:lnTo>
                  <a:cubicBezTo>
                    <a:pt x="-3" y="28"/>
                    <a:pt x="-1" y="13"/>
                    <a:pt x="8" y="6"/>
                  </a:cubicBezTo>
                  <a:cubicBezTo>
                    <a:pt x="18" y="-3"/>
                    <a:pt x="32" y="-1"/>
                    <a:pt x="40" y="8"/>
                  </a:cubicBezTo>
                  <a:lnTo>
                    <a:pt x="349" y="359"/>
                  </a:lnTo>
                  <a:lnTo>
                    <a:pt x="652" y="91"/>
                  </a:lnTo>
                  <a:cubicBezTo>
                    <a:pt x="660" y="83"/>
                    <a:pt x="673" y="83"/>
                    <a:pt x="682" y="91"/>
                  </a:cubicBezTo>
                  <a:lnTo>
                    <a:pt x="987" y="362"/>
                  </a:lnTo>
                  <a:lnTo>
                    <a:pt x="1254" y="168"/>
                  </a:lnTo>
                  <a:cubicBezTo>
                    <a:pt x="1263" y="162"/>
                    <a:pt x="1273" y="162"/>
                    <a:pt x="1282" y="168"/>
                  </a:cubicBezTo>
                  <a:lnTo>
                    <a:pt x="1541" y="363"/>
                  </a:lnTo>
                  <a:lnTo>
                    <a:pt x="1773" y="235"/>
                  </a:lnTo>
                  <a:cubicBezTo>
                    <a:pt x="1780" y="230"/>
                    <a:pt x="1789" y="230"/>
                    <a:pt x="1796" y="235"/>
                  </a:cubicBezTo>
                  <a:cubicBezTo>
                    <a:pt x="1803" y="239"/>
                    <a:pt x="1808" y="247"/>
                    <a:pt x="1808" y="255"/>
                  </a:cubicBezTo>
                  <a:lnTo>
                    <a:pt x="1808" y="748"/>
                  </a:lnTo>
                  <a:cubicBezTo>
                    <a:pt x="1809" y="761"/>
                    <a:pt x="1799" y="772"/>
                    <a:pt x="1786" y="77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6"/>
            <p:cNvSpPr/>
            <p:nvPr/>
          </p:nvSpPr>
          <p:spPr>
            <a:xfrm>
              <a:off x="4759200" y="2691720"/>
              <a:ext cx="642960" cy="132840"/>
            </a:xfrm>
            <a:custGeom>
              <a:avLst/>
              <a:gdLst/>
              <a:ahLst/>
              <a:cxnLst/>
              <a:rect l="l" t="t" r="r" b="b"/>
              <a:pathLst>
                <a:path w="1786" h="369" extrusionOk="0">
                  <a:moveTo>
                    <a:pt x="1763" y="369"/>
                  </a:moveTo>
                  <a:cubicBezTo>
                    <a:pt x="1758" y="369"/>
                    <a:pt x="1754" y="368"/>
                    <a:pt x="1750" y="365"/>
                  </a:cubicBezTo>
                  <a:lnTo>
                    <a:pt x="1531" y="207"/>
                  </a:lnTo>
                  <a:lnTo>
                    <a:pt x="1257" y="366"/>
                  </a:lnTo>
                  <a:cubicBezTo>
                    <a:pt x="1248" y="372"/>
                    <a:pt x="1237" y="371"/>
                    <a:pt x="1229" y="363"/>
                  </a:cubicBezTo>
                  <a:lnTo>
                    <a:pt x="1002" y="140"/>
                  </a:lnTo>
                  <a:lnTo>
                    <a:pt x="648" y="366"/>
                  </a:lnTo>
                  <a:cubicBezTo>
                    <a:pt x="637" y="372"/>
                    <a:pt x="626" y="371"/>
                    <a:pt x="618" y="362"/>
                  </a:cubicBezTo>
                  <a:lnTo>
                    <a:pt x="349" y="57"/>
                  </a:lnTo>
                  <a:lnTo>
                    <a:pt x="40" y="363"/>
                  </a:lnTo>
                  <a:cubicBezTo>
                    <a:pt x="31" y="372"/>
                    <a:pt x="17" y="372"/>
                    <a:pt x="6" y="363"/>
                  </a:cubicBezTo>
                  <a:cubicBezTo>
                    <a:pt x="-2" y="355"/>
                    <a:pt x="-2" y="340"/>
                    <a:pt x="6" y="330"/>
                  </a:cubicBezTo>
                  <a:lnTo>
                    <a:pt x="333" y="8"/>
                  </a:lnTo>
                  <a:cubicBezTo>
                    <a:pt x="337" y="3"/>
                    <a:pt x="343" y="0"/>
                    <a:pt x="350" y="0"/>
                  </a:cubicBezTo>
                  <a:cubicBezTo>
                    <a:pt x="356" y="0"/>
                    <a:pt x="362" y="3"/>
                    <a:pt x="366" y="8"/>
                  </a:cubicBezTo>
                  <a:lnTo>
                    <a:pt x="639" y="315"/>
                  </a:lnTo>
                  <a:lnTo>
                    <a:pt x="991" y="89"/>
                  </a:lnTo>
                  <a:cubicBezTo>
                    <a:pt x="1000" y="83"/>
                    <a:pt x="1012" y="85"/>
                    <a:pt x="1021" y="92"/>
                  </a:cubicBezTo>
                  <a:lnTo>
                    <a:pt x="1248" y="317"/>
                  </a:lnTo>
                  <a:lnTo>
                    <a:pt x="1519" y="159"/>
                  </a:lnTo>
                  <a:cubicBezTo>
                    <a:pt x="1527" y="155"/>
                    <a:pt x="1537" y="155"/>
                    <a:pt x="1544" y="161"/>
                  </a:cubicBezTo>
                  <a:lnTo>
                    <a:pt x="1776" y="327"/>
                  </a:lnTo>
                  <a:cubicBezTo>
                    <a:pt x="1786" y="334"/>
                    <a:pt x="1789" y="349"/>
                    <a:pt x="1782" y="359"/>
                  </a:cubicBezTo>
                  <a:cubicBezTo>
                    <a:pt x="1777" y="365"/>
                    <a:pt x="1770" y="369"/>
                    <a:pt x="1763" y="36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7"/>
          <p:cNvPicPr preferRelativeResize="0"/>
          <p:nvPr/>
        </p:nvPicPr>
        <p:blipFill rotWithShape="1">
          <a:blip r:embed="rId2">
            <a:alphaModFix amt="69000"/>
          </a:blip>
          <a:srcRect/>
          <a:stretch/>
        </p:blipFill>
        <p:spPr>
          <a:xfrm>
            <a:off x="0" y="0"/>
            <a:ext cx="9144000" cy="51435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4" name="Google Shape;84;p7"/>
          <p:cNvGrpSpPr/>
          <p:nvPr/>
        </p:nvGrpSpPr>
        <p:grpSpPr>
          <a:xfrm>
            <a:off x="-5250" y="148063"/>
            <a:ext cx="9154500" cy="5000675"/>
            <a:chOff x="-5250" y="148063"/>
            <a:chExt cx="9154500" cy="5000675"/>
          </a:xfrm>
        </p:grpSpPr>
        <p:cxnSp>
          <p:nvCxnSpPr>
            <p:cNvPr id="85" name="Google Shape;85;p7"/>
            <p:cNvCxnSpPr/>
            <p:nvPr/>
          </p:nvCxnSpPr>
          <p:spPr>
            <a:xfrm>
              <a:off x="-5250" y="264463"/>
              <a:ext cx="9154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6" name="Google Shape;86;p7"/>
            <p:cNvCxnSpPr/>
            <p:nvPr/>
          </p:nvCxnSpPr>
          <p:spPr>
            <a:xfrm>
              <a:off x="8787425" y="259338"/>
              <a:ext cx="0" cy="4889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87" name="Google Shape;87;p7"/>
            <p:cNvSpPr/>
            <p:nvPr/>
          </p:nvSpPr>
          <p:spPr>
            <a:xfrm>
              <a:off x="488125" y="211663"/>
              <a:ext cx="723600" cy="1056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stok Web"/>
                <a:ea typeface="Istok Web"/>
                <a:cs typeface="Istok Web"/>
                <a:sym typeface="Istok Web"/>
              </a:endParaRPr>
            </a:p>
          </p:txBody>
        </p:sp>
        <p:sp>
          <p:nvSpPr>
            <p:cNvPr id="88" name="Google Shape;88;p7"/>
            <p:cNvSpPr/>
            <p:nvPr/>
          </p:nvSpPr>
          <p:spPr>
            <a:xfrm>
              <a:off x="8671025" y="148063"/>
              <a:ext cx="232800" cy="2328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stok Web"/>
                <a:ea typeface="Istok Web"/>
                <a:cs typeface="Istok Web"/>
                <a:sym typeface="Istok Web"/>
              </a:endParaRPr>
            </a:p>
          </p:txBody>
        </p:sp>
        <p:sp>
          <p:nvSpPr>
            <p:cNvPr id="89" name="Google Shape;89;p7"/>
            <p:cNvSpPr/>
            <p:nvPr/>
          </p:nvSpPr>
          <p:spPr>
            <a:xfrm>
              <a:off x="8701325" y="4706538"/>
              <a:ext cx="172200" cy="1722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stok Web"/>
                <a:ea typeface="Istok Web"/>
                <a:cs typeface="Istok Web"/>
                <a:sym typeface="Istok Web"/>
              </a:endParaRPr>
            </a:p>
          </p:txBody>
        </p:sp>
      </p:grpSp>
      <p:sp>
        <p:nvSpPr>
          <p:cNvPr id="90" name="Google Shape;90;p7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7"/>
          <p:cNvSpPr txBox="1">
            <a:spLocks noGrp="1"/>
          </p:cNvSpPr>
          <p:nvPr>
            <p:ph type="subTitle" idx="1"/>
          </p:nvPr>
        </p:nvSpPr>
        <p:spPr>
          <a:xfrm>
            <a:off x="4135975" y="1576450"/>
            <a:ext cx="4294800" cy="203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1"/>
          <p:cNvPicPr preferRelativeResize="0"/>
          <p:nvPr/>
        </p:nvPicPr>
        <p:blipFill rotWithShape="1">
          <a:blip r:embed="rId2">
            <a:alphaModFix amt="69000"/>
          </a:blip>
          <a:srcRect/>
          <a:stretch/>
        </p:blipFill>
        <p:spPr>
          <a:xfrm>
            <a:off x="0" y="0"/>
            <a:ext cx="9144000" cy="51435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6" name="Google Shape;116;p11"/>
          <p:cNvGrpSpPr/>
          <p:nvPr/>
        </p:nvGrpSpPr>
        <p:grpSpPr>
          <a:xfrm flipH="1">
            <a:off x="-5250" y="148063"/>
            <a:ext cx="9154500" cy="5000675"/>
            <a:chOff x="-5250" y="148063"/>
            <a:chExt cx="9154500" cy="5000675"/>
          </a:xfrm>
        </p:grpSpPr>
        <p:cxnSp>
          <p:nvCxnSpPr>
            <p:cNvPr id="117" name="Google Shape;117;p11"/>
            <p:cNvCxnSpPr/>
            <p:nvPr/>
          </p:nvCxnSpPr>
          <p:spPr>
            <a:xfrm>
              <a:off x="-5250" y="264463"/>
              <a:ext cx="9154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8" name="Google Shape;118;p11"/>
            <p:cNvCxnSpPr/>
            <p:nvPr/>
          </p:nvCxnSpPr>
          <p:spPr>
            <a:xfrm>
              <a:off x="8787425" y="259338"/>
              <a:ext cx="0" cy="4889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9" name="Google Shape;119;p11"/>
            <p:cNvSpPr/>
            <p:nvPr/>
          </p:nvSpPr>
          <p:spPr>
            <a:xfrm>
              <a:off x="488125" y="211663"/>
              <a:ext cx="723600" cy="1056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stok Web"/>
                <a:ea typeface="Istok Web"/>
                <a:cs typeface="Istok Web"/>
                <a:sym typeface="Istok Web"/>
              </a:endParaRPr>
            </a:p>
          </p:txBody>
        </p:sp>
        <p:sp>
          <p:nvSpPr>
            <p:cNvPr id="120" name="Google Shape;120;p11"/>
            <p:cNvSpPr/>
            <p:nvPr/>
          </p:nvSpPr>
          <p:spPr>
            <a:xfrm>
              <a:off x="8671025" y="148063"/>
              <a:ext cx="232800" cy="2328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stok Web"/>
                <a:ea typeface="Istok Web"/>
                <a:cs typeface="Istok Web"/>
                <a:sym typeface="Istok Web"/>
              </a:endParaRPr>
            </a:p>
          </p:txBody>
        </p:sp>
        <p:sp>
          <p:nvSpPr>
            <p:cNvPr id="121" name="Google Shape;121;p11"/>
            <p:cNvSpPr/>
            <p:nvPr/>
          </p:nvSpPr>
          <p:spPr>
            <a:xfrm>
              <a:off x="8701325" y="4706538"/>
              <a:ext cx="172200" cy="1722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stok Web"/>
                <a:ea typeface="Istok Web"/>
                <a:cs typeface="Istok Web"/>
                <a:sym typeface="Istok Web"/>
              </a:endParaRPr>
            </a:p>
          </p:txBody>
        </p:sp>
      </p:grpSp>
      <p:sp>
        <p:nvSpPr>
          <p:cNvPr id="122" name="Google Shape;122;p11"/>
          <p:cNvSpPr txBox="1">
            <a:spLocks noGrp="1"/>
          </p:cNvSpPr>
          <p:nvPr>
            <p:ph type="title" hasCustomPrompt="1"/>
          </p:nvPr>
        </p:nvSpPr>
        <p:spPr>
          <a:xfrm>
            <a:off x="793609" y="1717875"/>
            <a:ext cx="4959600" cy="119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23" name="Google Shape;123;p11"/>
          <p:cNvSpPr txBox="1">
            <a:spLocks noGrp="1"/>
          </p:cNvSpPr>
          <p:nvPr>
            <p:ph type="subTitle" idx="1"/>
          </p:nvPr>
        </p:nvSpPr>
        <p:spPr>
          <a:xfrm>
            <a:off x="793609" y="3089524"/>
            <a:ext cx="4959600" cy="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3"/>
          <p:cNvPicPr preferRelativeResize="0"/>
          <p:nvPr/>
        </p:nvPicPr>
        <p:blipFill rotWithShape="1">
          <a:blip r:embed="rId2">
            <a:alphaModFix amt="69000"/>
          </a:blip>
          <a:srcRect/>
          <a:stretch/>
        </p:blipFill>
        <p:spPr>
          <a:xfrm>
            <a:off x="0" y="0"/>
            <a:ext cx="9144000" cy="51435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7" name="Google Shape;127;p13"/>
          <p:cNvGrpSpPr/>
          <p:nvPr/>
        </p:nvGrpSpPr>
        <p:grpSpPr>
          <a:xfrm>
            <a:off x="-5250" y="148063"/>
            <a:ext cx="9154500" cy="5000675"/>
            <a:chOff x="-5250" y="148063"/>
            <a:chExt cx="9154500" cy="5000675"/>
          </a:xfrm>
        </p:grpSpPr>
        <p:cxnSp>
          <p:nvCxnSpPr>
            <p:cNvPr id="128" name="Google Shape;128;p13"/>
            <p:cNvCxnSpPr/>
            <p:nvPr/>
          </p:nvCxnSpPr>
          <p:spPr>
            <a:xfrm>
              <a:off x="-5250" y="264463"/>
              <a:ext cx="9154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9" name="Google Shape;129;p13"/>
            <p:cNvCxnSpPr/>
            <p:nvPr/>
          </p:nvCxnSpPr>
          <p:spPr>
            <a:xfrm>
              <a:off x="8787425" y="259338"/>
              <a:ext cx="0" cy="4889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0" name="Google Shape;130;p13"/>
            <p:cNvSpPr/>
            <p:nvPr/>
          </p:nvSpPr>
          <p:spPr>
            <a:xfrm>
              <a:off x="488125" y="211663"/>
              <a:ext cx="723600" cy="1056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stok Web"/>
                <a:ea typeface="Istok Web"/>
                <a:cs typeface="Istok Web"/>
                <a:sym typeface="Istok Web"/>
              </a:endParaRPr>
            </a:p>
          </p:txBody>
        </p:sp>
        <p:sp>
          <p:nvSpPr>
            <p:cNvPr id="131" name="Google Shape;131;p13"/>
            <p:cNvSpPr/>
            <p:nvPr/>
          </p:nvSpPr>
          <p:spPr>
            <a:xfrm>
              <a:off x="8671025" y="148063"/>
              <a:ext cx="232800" cy="2328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stok Web"/>
                <a:ea typeface="Istok Web"/>
                <a:cs typeface="Istok Web"/>
                <a:sym typeface="Istok Web"/>
              </a:endParaRPr>
            </a:p>
          </p:txBody>
        </p:sp>
        <p:sp>
          <p:nvSpPr>
            <p:cNvPr id="132" name="Google Shape;132;p13"/>
            <p:cNvSpPr/>
            <p:nvPr/>
          </p:nvSpPr>
          <p:spPr>
            <a:xfrm>
              <a:off x="8701325" y="4706538"/>
              <a:ext cx="172200" cy="1722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stok Web"/>
                <a:ea typeface="Istok Web"/>
                <a:cs typeface="Istok Web"/>
                <a:sym typeface="Istok Web"/>
              </a:endParaRPr>
            </a:p>
          </p:txBody>
        </p:sp>
      </p:grpSp>
      <p:sp>
        <p:nvSpPr>
          <p:cNvPr id="133" name="Google Shape;133;p13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13"/>
          <p:cNvSpPr txBox="1">
            <a:spLocks noGrp="1"/>
          </p:cNvSpPr>
          <p:nvPr>
            <p:ph type="subTitle" idx="1"/>
          </p:nvPr>
        </p:nvSpPr>
        <p:spPr>
          <a:xfrm>
            <a:off x="1447926" y="1988507"/>
            <a:ext cx="28287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2"/>
          </p:nvPr>
        </p:nvSpPr>
        <p:spPr>
          <a:xfrm>
            <a:off x="5602000" y="1988507"/>
            <a:ext cx="28287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3"/>
          <p:cNvSpPr txBox="1">
            <a:spLocks noGrp="1"/>
          </p:cNvSpPr>
          <p:nvPr>
            <p:ph type="subTitle" idx="3"/>
          </p:nvPr>
        </p:nvSpPr>
        <p:spPr>
          <a:xfrm>
            <a:off x="1447926" y="3649327"/>
            <a:ext cx="28287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13"/>
          <p:cNvSpPr txBox="1">
            <a:spLocks noGrp="1"/>
          </p:cNvSpPr>
          <p:nvPr>
            <p:ph type="subTitle" idx="4"/>
          </p:nvPr>
        </p:nvSpPr>
        <p:spPr>
          <a:xfrm>
            <a:off x="5602000" y="3649327"/>
            <a:ext cx="28287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13"/>
          <p:cNvSpPr txBox="1">
            <a:spLocks noGrp="1"/>
          </p:cNvSpPr>
          <p:nvPr>
            <p:ph type="title" idx="5" hasCustomPrompt="1"/>
          </p:nvPr>
        </p:nvSpPr>
        <p:spPr>
          <a:xfrm>
            <a:off x="713215" y="1600450"/>
            <a:ext cx="734700" cy="4572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t>xx%</a:t>
            </a:r>
          </a:p>
        </p:txBody>
      </p:sp>
      <p:sp>
        <p:nvSpPr>
          <p:cNvPr id="139" name="Google Shape;139;p13"/>
          <p:cNvSpPr txBox="1">
            <a:spLocks noGrp="1"/>
          </p:cNvSpPr>
          <p:nvPr>
            <p:ph type="title" idx="6" hasCustomPrompt="1"/>
          </p:nvPr>
        </p:nvSpPr>
        <p:spPr>
          <a:xfrm>
            <a:off x="713215" y="3261320"/>
            <a:ext cx="734700" cy="4572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t>xx%</a:t>
            </a:r>
          </a:p>
        </p:txBody>
      </p:sp>
      <p:sp>
        <p:nvSpPr>
          <p:cNvPr id="140" name="Google Shape;140;p13"/>
          <p:cNvSpPr txBox="1">
            <a:spLocks noGrp="1"/>
          </p:cNvSpPr>
          <p:nvPr>
            <p:ph type="title" idx="7" hasCustomPrompt="1"/>
          </p:nvPr>
        </p:nvSpPr>
        <p:spPr>
          <a:xfrm>
            <a:off x="4867290" y="1600450"/>
            <a:ext cx="734700" cy="4572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t>xx%</a:t>
            </a:r>
          </a:p>
        </p:txBody>
      </p:sp>
      <p:sp>
        <p:nvSpPr>
          <p:cNvPr id="141" name="Google Shape;141;p13"/>
          <p:cNvSpPr txBox="1">
            <a:spLocks noGrp="1"/>
          </p:cNvSpPr>
          <p:nvPr>
            <p:ph type="title" idx="8" hasCustomPrompt="1"/>
          </p:nvPr>
        </p:nvSpPr>
        <p:spPr>
          <a:xfrm>
            <a:off x="4867290" y="3261320"/>
            <a:ext cx="734700" cy="4572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t>xx%</a:t>
            </a:r>
          </a:p>
        </p:txBody>
      </p:sp>
      <p:sp>
        <p:nvSpPr>
          <p:cNvPr id="142" name="Google Shape;142;p13"/>
          <p:cNvSpPr txBox="1">
            <a:spLocks noGrp="1"/>
          </p:cNvSpPr>
          <p:nvPr>
            <p:ph type="subTitle" idx="9"/>
          </p:nvPr>
        </p:nvSpPr>
        <p:spPr>
          <a:xfrm>
            <a:off x="1447926" y="1600450"/>
            <a:ext cx="28287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>
            <a:endParaRPr/>
          </a:p>
        </p:txBody>
      </p:sp>
      <p:sp>
        <p:nvSpPr>
          <p:cNvPr id="143" name="Google Shape;143;p13"/>
          <p:cNvSpPr txBox="1">
            <a:spLocks noGrp="1"/>
          </p:cNvSpPr>
          <p:nvPr>
            <p:ph type="subTitle" idx="13"/>
          </p:nvPr>
        </p:nvSpPr>
        <p:spPr>
          <a:xfrm>
            <a:off x="5602005" y="1600450"/>
            <a:ext cx="28287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>
            <a:endParaRPr/>
          </a:p>
        </p:txBody>
      </p:sp>
      <p:sp>
        <p:nvSpPr>
          <p:cNvPr id="144" name="Google Shape;144;p13"/>
          <p:cNvSpPr txBox="1">
            <a:spLocks noGrp="1"/>
          </p:cNvSpPr>
          <p:nvPr>
            <p:ph type="subTitle" idx="14"/>
          </p:nvPr>
        </p:nvSpPr>
        <p:spPr>
          <a:xfrm>
            <a:off x="1447926" y="3261320"/>
            <a:ext cx="28287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>
            <a:endParaRPr/>
          </a:p>
        </p:txBody>
      </p:sp>
      <p:sp>
        <p:nvSpPr>
          <p:cNvPr id="145" name="Google Shape;145;p13"/>
          <p:cNvSpPr txBox="1">
            <a:spLocks noGrp="1"/>
          </p:cNvSpPr>
          <p:nvPr>
            <p:ph type="subTitle" idx="15"/>
          </p:nvPr>
        </p:nvSpPr>
        <p:spPr>
          <a:xfrm>
            <a:off x="5602005" y="3261320"/>
            <a:ext cx="28287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>
            <a:endParaRPr/>
          </a:p>
        </p:txBody>
      </p:sp>
      <p:grpSp>
        <p:nvGrpSpPr>
          <p:cNvPr id="146" name="Google Shape;146;p13"/>
          <p:cNvGrpSpPr/>
          <p:nvPr/>
        </p:nvGrpSpPr>
        <p:grpSpPr>
          <a:xfrm>
            <a:off x="53765" y="3589018"/>
            <a:ext cx="596273" cy="1554466"/>
            <a:chOff x="2090350" y="2239265"/>
            <a:chExt cx="905501" cy="2360616"/>
          </a:xfrm>
        </p:grpSpPr>
        <p:sp>
          <p:nvSpPr>
            <p:cNvPr id="147" name="Google Shape;147;p13"/>
            <p:cNvSpPr/>
            <p:nvPr/>
          </p:nvSpPr>
          <p:spPr>
            <a:xfrm flipH="1">
              <a:off x="2712180" y="2613372"/>
              <a:ext cx="283672" cy="1986468"/>
            </a:xfrm>
            <a:custGeom>
              <a:avLst/>
              <a:gdLst/>
              <a:ahLst/>
              <a:cxnLst/>
              <a:rect l="l" t="t" r="r" b="b"/>
              <a:pathLst>
                <a:path w="3722" h="26064" extrusionOk="0">
                  <a:moveTo>
                    <a:pt x="3572" y="1210"/>
                  </a:moveTo>
                  <a:lnTo>
                    <a:pt x="3572" y="605"/>
                  </a:lnTo>
                  <a:lnTo>
                    <a:pt x="3721" y="605"/>
                  </a:lnTo>
                  <a:lnTo>
                    <a:pt x="3721" y="406"/>
                  </a:lnTo>
                  <a:lnTo>
                    <a:pt x="2278" y="406"/>
                  </a:lnTo>
                  <a:lnTo>
                    <a:pt x="2278" y="0"/>
                  </a:lnTo>
                  <a:lnTo>
                    <a:pt x="1445" y="0"/>
                  </a:lnTo>
                  <a:lnTo>
                    <a:pt x="1445" y="406"/>
                  </a:lnTo>
                  <a:lnTo>
                    <a:pt x="0" y="406"/>
                  </a:lnTo>
                  <a:lnTo>
                    <a:pt x="0" y="605"/>
                  </a:lnTo>
                  <a:lnTo>
                    <a:pt x="150" y="605"/>
                  </a:lnTo>
                  <a:lnTo>
                    <a:pt x="150" y="1210"/>
                  </a:lnTo>
                  <a:lnTo>
                    <a:pt x="301" y="1210"/>
                  </a:lnTo>
                  <a:lnTo>
                    <a:pt x="860" y="1963"/>
                  </a:lnTo>
                  <a:lnTo>
                    <a:pt x="696" y="1963"/>
                  </a:lnTo>
                  <a:lnTo>
                    <a:pt x="696" y="2573"/>
                  </a:lnTo>
                  <a:lnTo>
                    <a:pt x="0" y="2573"/>
                  </a:lnTo>
                  <a:lnTo>
                    <a:pt x="0" y="2772"/>
                  </a:lnTo>
                  <a:lnTo>
                    <a:pt x="149" y="2772"/>
                  </a:lnTo>
                  <a:lnTo>
                    <a:pt x="149" y="3376"/>
                  </a:lnTo>
                  <a:lnTo>
                    <a:pt x="548" y="3376"/>
                  </a:lnTo>
                  <a:lnTo>
                    <a:pt x="548" y="2772"/>
                  </a:lnTo>
                  <a:lnTo>
                    <a:pt x="1445" y="2772"/>
                  </a:lnTo>
                  <a:lnTo>
                    <a:pt x="1445" y="6207"/>
                  </a:lnTo>
                  <a:lnTo>
                    <a:pt x="0" y="6207"/>
                  </a:lnTo>
                  <a:lnTo>
                    <a:pt x="0" y="6406"/>
                  </a:lnTo>
                  <a:lnTo>
                    <a:pt x="149" y="6406"/>
                  </a:lnTo>
                  <a:lnTo>
                    <a:pt x="149" y="7010"/>
                  </a:lnTo>
                  <a:lnTo>
                    <a:pt x="548" y="7010"/>
                  </a:lnTo>
                  <a:lnTo>
                    <a:pt x="548" y="6406"/>
                  </a:lnTo>
                  <a:lnTo>
                    <a:pt x="1445" y="6406"/>
                  </a:lnTo>
                  <a:lnTo>
                    <a:pt x="1445" y="26064"/>
                  </a:lnTo>
                  <a:lnTo>
                    <a:pt x="2277" y="26064"/>
                  </a:lnTo>
                  <a:lnTo>
                    <a:pt x="2277" y="6406"/>
                  </a:lnTo>
                  <a:lnTo>
                    <a:pt x="3174" y="6406"/>
                  </a:lnTo>
                  <a:lnTo>
                    <a:pt x="3174" y="7010"/>
                  </a:lnTo>
                  <a:lnTo>
                    <a:pt x="3572" y="7010"/>
                  </a:lnTo>
                  <a:lnTo>
                    <a:pt x="3572" y="6406"/>
                  </a:lnTo>
                  <a:lnTo>
                    <a:pt x="3721" y="6406"/>
                  </a:lnTo>
                  <a:lnTo>
                    <a:pt x="3721" y="6207"/>
                  </a:lnTo>
                  <a:lnTo>
                    <a:pt x="2277" y="6207"/>
                  </a:lnTo>
                  <a:lnTo>
                    <a:pt x="2277" y="2772"/>
                  </a:lnTo>
                  <a:lnTo>
                    <a:pt x="3174" y="2772"/>
                  </a:lnTo>
                  <a:lnTo>
                    <a:pt x="3174" y="3376"/>
                  </a:lnTo>
                  <a:lnTo>
                    <a:pt x="3572" y="3376"/>
                  </a:lnTo>
                  <a:lnTo>
                    <a:pt x="3572" y="2772"/>
                  </a:lnTo>
                  <a:lnTo>
                    <a:pt x="3721" y="2772"/>
                  </a:lnTo>
                  <a:lnTo>
                    <a:pt x="3721" y="2573"/>
                  </a:lnTo>
                  <a:lnTo>
                    <a:pt x="3026" y="2573"/>
                  </a:lnTo>
                  <a:lnTo>
                    <a:pt x="3026" y="1963"/>
                  </a:lnTo>
                  <a:lnTo>
                    <a:pt x="2863" y="1963"/>
                  </a:lnTo>
                  <a:lnTo>
                    <a:pt x="3420" y="1210"/>
                  </a:lnTo>
                  <a:lnTo>
                    <a:pt x="3572" y="1210"/>
                  </a:lnTo>
                  <a:close/>
                  <a:moveTo>
                    <a:pt x="1445" y="2573"/>
                  </a:moveTo>
                  <a:lnTo>
                    <a:pt x="1094" y="2573"/>
                  </a:lnTo>
                  <a:lnTo>
                    <a:pt x="1094" y="1963"/>
                  </a:lnTo>
                  <a:lnTo>
                    <a:pt x="964" y="1963"/>
                  </a:lnTo>
                  <a:lnTo>
                    <a:pt x="406" y="1209"/>
                  </a:lnTo>
                  <a:lnTo>
                    <a:pt x="549" y="1209"/>
                  </a:lnTo>
                  <a:lnTo>
                    <a:pt x="549" y="605"/>
                  </a:lnTo>
                  <a:lnTo>
                    <a:pt x="1445" y="605"/>
                  </a:lnTo>
                  <a:close/>
                  <a:moveTo>
                    <a:pt x="2759" y="1963"/>
                  </a:moveTo>
                  <a:lnTo>
                    <a:pt x="2628" y="1963"/>
                  </a:lnTo>
                  <a:lnTo>
                    <a:pt x="2628" y="2573"/>
                  </a:lnTo>
                  <a:lnTo>
                    <a:pt x="2278" y="2573"/>
                  </a:lnTo>
                  <a:lnTo>
                    <a:pt x="2278" y="605"/>
                  </a:lnTo>
                  <a:lnTo>
                    <a:pt x="3174" y="605"/>
                  </a:lnTo>
                  <a:lnTo>
                    <a:pt x="3174" y="1209"/>
                  </a:lnTo>
                  <a:lnTo>
                    <a:pt x="3317" y="120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13"/>
            <p:cNvSpPr/>
            <p:nvPr/>
          </p:nvSpPr>
          <p:spPr>
            <a:xfrm flipH="1">
              <a:off x="2090350" y="2239265"/>
              <a:ext cx="337102" cy="2360616"/>
            </a:xfrm>
            <a:custGeom>
              <a:avLst/>
              <a:gdLst/>
              <a:ahLst/>
              <a:cxnLst/>
              <a:rect l="l" t="t" r="r" b="b"/>
              <a:pathLst>
                <a:path w="3722" h="26064" extrusionOk="0">
                  <a:moveTo>
                    <a:pt x="3572" y="1210"/>
                  </a:moveTo>
                  <a:lnTo>
                    <a:pt x="3572" y="605"/>
                  </a:lnTo>
                  <a:lnTo>
                    <a:pt x="3721" y="605"/>
                  </a:lnTo>
                  <a:lnTo>
                    <a:pt x="3721" y="406"/>
                  </a:lnTo>
                  <a:lnTo>
                    <a:pt x="2278" y="406"/>
                  </a:lnTo>
                  <a:lnTo>
                    <a:pt x="2278" y="0"/>
                  </a:lnTo>
                  <a:lnTo>
                    <a:pt x="1445" y="0"/>
                  </a:lnTo>
                  <a:lnTo>
                    <a:pt x="1445" y="406"/>
                  </a:lnTo>
                  <a:lnTo>
                    <a:pt x="0" y="406"/>
                  </a:lnTo>
                  <a:lnTo>
                    <a:pt x="0" y="605"/>
                  </a:lnTo>
                  <a:lnTo>
                    <a:pt x="150" y="605"/>
                  </a:lnTo>
                  <a:lnTo>
                    <a:pt x="150" y="1210"/>
                  </a:lnTo>
                  <a:lnTo>
                    <a:pt x="301" y="1210"/>
                  </a:lnTo>
                  <a:lnTo>
                    <a:pt x="860" y="1963"/>
                  </a:lnTo>
                  <a:lnTo>
                    <a:pt x="696" y="1963"/>
                  </a:lnTo>
                  <a:lnTo>
                    <a:pt x="696" y="2573"/>
                  </a:lnTo>
                  <a:lnTo>
                    <a:pt x="0" y="2573"/>
                  </a:lnTo>
                  <a:lnTo>
                    <a:pt x="0" y="2772"/>
                  </a:lnTo>
                  <a:lnTo>
                    <a:pt x="149" y="2772"/>
                  </a:lnTo>
                  <a:lnTo>
                    <a:pt x="149" y="3376"/>
                  </a:lnTo>
                  <a:lnTo>
                    <a:pt x="548" y="3376"/>
                  </a:lnTo>
                  <a:lnTo>
                    <a:pt x="548" y="2772"/>
                  </a:lnTo>
                  <a:lnTo>
                    <a:pt x="1445" y="2772"/>
                  </a:lnTo>
                  <a:lnTo>
                    <a:pt x="1445" y="6207"/>
                  </a:lnTo>
                  <a:lnTo>
                    <a:pt x="0" y="6207"/>
                  </a:lnTo>
                  <a:lnTo>
                    <a:pt x="0" y="6406"/>
                  </a:lnTo>
                  <a:lnTo>
                    <a:pt x="149" y="6406"/>
                  </a:lnTo>
                  <a:lnTo>
                    <a:pt x="149" y="7010"/>
                  </a:lnTo>
                  <a:lnTo>
                    <a:pt x="548" y="7010"/>
                  </a:lnTo>
                  <a:lnTo>
                    <a:pt x="548" y="6406"/>
                  </a:lnTo>
                  <a:lnTo>
                    <a:pt x="1445" y="6406"/>
                  </a:lnTo>
                  <a:lnTo>
                    <a:pt x="1445" y="26064"/>
                  </a:lnTo>
                  <a:lnTo>
                    <a:pt x="2277" y="26064"/>
                  </a:lnTo>
                  <a:lnTo>
                    <a:pt x="2277" y="6406"/>
                  </a:lnTo>
                  <a:lnTo>
                    <a:pt x="3174" y="6406"/>
                  </a:lnTo>
                  <a:lnTo>
                    <a:pt x="3174" y="7010"/>
                  </a:lnTo>
                  <a:lnTo>
                    <a:pt x="3572" y="7010"/>
                  </a:lnTo>
                  <a:lnTo>
                    <a:pt x="3572" y="6406"/>
                  </a:lnTo>
                  <a:lnTo>
                    <a:pt x="3721" y="6406"/>
                  </a:lnTo>
                  <a:lnTo>
                    <a:pt x="3721" y="6207"/>
                  </a:lnTo>
                  <a:lnTo>
                    <a:pt x="2277" y="6207"/>
                  </a:lnTo>
                  <a:lnTo>
                    <a:pt x="2277" y="2772"/>
                  </a:lnTo>
                  <a:lnTo>
                    <a:pt x="3174" y="2772"/>
                  </a:lnTo>
                  <a:lnTo>
                    <a:pt x="3174" y="3376"/>
                  </a:lnTo>
                  <a:lnTo>
                    <a:pt x="3572" y="3376"/>
                  </a:lnTo>
                  <a:lnTo>
                    <a:pt x="3572" y="2772"/>
                  </a:lnTo>
                  <a:lnTo>
                    <a:pt x="3721" y="2772"/>
                  </a:lnTo>
                  <a:lnTo>
                    <a:pt x="3721" y="2573"/>
                  </a:lnTo>
                  <a:lnTo>
                    <a:pt x="3026" y="2573"/>
                  </a:lnTo>
                  <a:lnTo>
                    <a:pt x="3026" y="1963"/>
                  </a:lnTo>
                  <a:lnTo>
                    <a:pt x="2863" y="1963"/>
                  </a:lnTo>
                  <a:lnTo>
                    <a:pt x="3420" y="1210"/>
                  </a:lnTo>
                  <a:lnTo>
                    <a:pt x="3572" y="1210"/>
                  </a:lnTo>
                  <a:close/>
                  <a:moveTo>
                    <a:pt x="1445" y="2573"/>
                  </a:moveTo>
                  <a:lnTo>
                    <a:pt x="1094" y="2573"/>
                  </a:lnTo>
                  <a:lnTo>
                    <a:pt x="1094" y="1963"/>
                  </a:lnTo>
                  <a:lnTo>
                    <a:pt x="964" y="1963"/>
                  </a:lnTo>
                  <a:lnTo>
                    <a:pt x="406" y="1209"/>
                  </a:lnTo>
                  <a:lnTo>
                    <a:pt x="549" y="1209"/>
                  </a:lnTo>
                  <a:lnTo>
                    <a:pt x="549" y="605"/>
                  </a:lnTo>
                  <a:lnTo>
                    <a:pt x="1445" y="605"/>
                  </a:lnTo>
                  <a:close/>
                  <a:moveTo>
                    <a:pt x="2759" y="1963"/>
                  </a:moveTo>
                  <a:lnTo>
                    <a:pt x="2628" y="1963"/>
                  </a:lnTo>
                  <a:lnTo>
                    <a:pt x="2628" y="2573"/>
                  </a:lnTo>
                  <a:lnTo>
                    <a:pt x="2278" y="2573"/>
                  </a:lnTo>
                  <a:lnTo>
                    <a:pt x="2278" y="605"/>
                  </a:lnTo>
                  <a:lnTo>
                    <a:pt x="3174" y="605"/>
                  </a:lnTo>
                  <a:lnTo>
                    <a:pt x="3174" y="1209"/>
                  </a:lnTo>
                  <a:lnTo>
                    <a:pt x="3317" y="120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13"/>
            <p:cNvSpPr/>
            <p:nvPr/>
          </p:nvSpPr>
          <p:spPr>
            <a:xfrm flipH="1">
              <a:off x="2378953" y="2297047"/>
              <a:ext cx="350052" cy="379826"/>
            </a:xfrm>
            <a:custGeom>
              <a:avLst/>
              <a:gdLst/>
              <a:ahLst/>
              <a:cxnLst/>
              <a:rect l="l" t="t" r="r" b="b"/>
              <a:pathLst>
                <a:path w="12020" h="14298" extrusionOk="0">
                  <a:moveTo>
                    <a:pt x="0" y="13737"/>
                  </a:moveTo>
                  <a:cubicBezTo>
                    <a:pt x="5217" y="16868"/>
                    <a:pt x="10098" y="5773"/>
                    <a:pt x="12020" y="0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0" name="Google Shape;150;p13"/>
            <p:cNvSpPr/>
            <p:nvPr/>
          </p:nvSpPr>
          <p:spPr>
            <a:xfrm flipH="1">
              <a:off x="2371680" y="2464308"/>
              <a:ext cx="364950" cy="364950"/>
            </a:xfrm>
            <a:custGeom>
              <a:avLst/>
              <a:gdLst/>
              <a:ahLst/>
              <a:cxnLst/>
              <a:rect l="l" t="t" r="r" b="b"/>
              <a:pathLst>
                <a:path w="13738" h="13738" extrusionOk="0">
                  <a:moveTo>
                    <a:pt x="0" y="13738"/>
                  </a:moveTo>
                  <a:cubicBezTo>
                    <a:pt x="6476" y="13738"/>
                    <a:pt x="12169" y="6283"/>
                    <a:pt x="13738" y="0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51" name="Google Shape;151;p13"/>
            <p:cNvSpPr/>
            <p:nvPr/>
          </p:nvSpPr>
          <p:spPr>
            <a:xfrm flipH="1">
              <a:off x="2385676" y="2832756"/>
              <a:ext cx="350104" cy="284644"/>
            </a:xfrm>
            <a:custGeom>
              <a:avLst/>
              <a:gdLst/>
              <a:ahLst/>
              <a:cxnLst/>
              <a:rect l="l" t="t" r="r" b="b"/>
              <a:pathLst>
                <a:path w="12605" h="10715" extrusionOk="0">
                  <a:moveTo>
                    <a:pt x="0" y="10599"/>
                  </a:moveTo>
                  <a:cubicBezTo>
                    <a:pt x="5415" y="11499"/>
                    <a:pt x="11704" y="5415"/>
                    <a:pt x="12605" y="0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4"/>
          <p:cNvPicPr preferRelativeResize="0"/>
          <p:nvPr/>
        </p:nvPicPr>
        <p:blipFill rotWithShape="1">
          <a:blip r:embed="rId2">
            <a:alphaModFix amt="69000"/>
          </a:blip>
          <a:srcRect/>
          <a:stretch/>
        </p:blipFill>
        <p:spPr>
          <a:xfrm>
            <a:off x="0" y="0"/>
            <a:ext cx="9144000" cy="51435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4" name="Google Shape;154;p14"/>
          <p:cNvGrpSpPr/>
          <p:nvPr/>
        </p:nvGrpSpPr>
        <p:grpSpPr>
          <a:xfrm>
            <a:off x="-5250" y="148063"/>
            <a:ext cx="9154500" cy="5000675"/>
            <a:chOff x="-5250" y="148063"/>
            <a:chExt cx="9154500" cy="5000675"/>
          </a:xfrm>
        </p:grpSpPr>
        <p:cxnSp>
          <p:nvCxnSpPr>
            <p:cNvPr id="155" name="Google Shape;155;p14"/>
            <p:cNvCxnSpPr/>
            <p:nvPr/>
          </p:nvCxnSpPr>
          <p:spPr>
            <a:xfrm>
              <a:off x="-5250" y="264463"/>
              <a:ext cx="9154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6" name="Google Shape;156;p14"/>
            <p:cNvCxnSpPr/>
            <p:nvPr/>
          </p:nvCxnSpPr>
          <p:spPr>
            <a:xfrm>
              <a:off x="8787425" y="259338"/>
              <a:ext cx="0" cy="4889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7" name="Google Shape;157;p14"/>
            <p:cNvSpPr/>
            <p:nvPr/>
          </p:nvSpPr>
          <p:spPr>
            <a:xfrm>
              <a:off x="488125" y="211663"/>
              <a:ext cx="723600" cy="1056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stok Web"/>
                <a:ea typeface="Istok Web"/>
                <a:cs typeface="Istok Web"/>
                <a:sym typeface="Istok Web"/>
              </a:endParaRPr>
            </a:p>
          </p:txBody>
        </p:sp>
        <p:sp>
          <p:nvSpPr>
            <p:cNvPr id="158" name="Google Shape;158;p14"/>
            <p:cNvSpPr/>
            <p:nvPr/>
          </p:nvSpPr>
          <p:spPr>
            <a:xfrm>
              <a:off x="8671025" y="148063"/>
              <a:ext cx="232800" cy="2328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stok Web"/>
                <a:ea typeface="Istok Web"/>
                <a:cs typeface="Istok Web"/>
                <a:sym typeface="Istok Web"/>
              </a:endParaRPr>
            </a:p>
          </p:txBody>
        </p:sp>
        <p:sp>
          <p:nvSpPr>
            <p:cNvPr id="159" name="Google Shape;159;p14"/>
            <p:cNvSpPr/>
            <p:nvPr/>
          </p:nvSpPr>
          <p:spPr>
            <a:xfrm>
              <a:off x="8701325" y="4706538"/>
              <a:ext cx="172200" cy="1722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stok Web"/>
                <a:ea typeface="Istok Web"/>
                <a:cs typeface="Istok Web"/>
                <a:sym typeface="Istok Web"/>
              </a:endParaRPr>
            </a:p>
          </p:txBody>
        </p:sp>
      </p:grpSp>
      <p:sp>
        <p:nvSpPr>
          <p:cNvPr id="160" name="Google Shape;160;p14"/>
          <p:cNvSpPr txBox="1">
            <a:spLocks noGrp="1"/>
          </p:cNvSpPr>
          <p:nvPr>
            <p:ph type="title"/>
          </p:nvPr>
        </p:nvSpPr>
        <p:spPr>
          <a:xfrm>
            <a:off x="2698750" y="3230203"/>
            <a:ext cx="5732100" cy="5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61" name="Google Shape;161;p14"/>
          <p:cNvSpPr txBox="1">
            <a:spLocks noGrp="1"/>
          </p:cNvSpPr>
          <p:nvPr>
            <p:ph type="subTitle" idx="1"/>
          </p:nvPr>
        </p:nvSpPr>
        <p:spPr>
          <a:xfrm>
            <a:off x="2698750" y="1468975"/>
            <a:ext cx="5732100" cy="147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15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19"/>
          <p:cNvPicPr preferRelativeResize="0"/>
          <p:nvPr/>
        </p:nvPicPr>
        <p:blipFill rotWithShape="1">
          <a:blip r:embed="rId2">
            <a:alphaModFix amt="69000"/>
          </a:blip>
          <a:srcRect/>
          <a:stretch/>
        </p:blipFill>
        <p:spPr>
          <a:xfrm flipH="1">
            <a:off x="0" y="0"/>
            <a:ext cx="9144000" cy="51435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7" name="Google Shape;237;p19"/>
          <p:cNvGrpSpPr/>
          <p:nvPr/>
        </p:nvGrpSpPr>
        <p:grpSpPr>
          <a:xfrm>
            <a:off x="-5250" y="148063"/>
            <a:ext cx="9154500" cy="5000675"/>
            <a:chOff x="-5250" y="148063"/>
            <a:chExt cx="9154500" cy="5000675"/>
          </a:xfrm>
        </p:grpSpPr>
        <p:cxnSp>
          <p:nvCxnSpPr>
            <p:cNvPr id="238" name="Google Shape;238;p19"/>
            <p:cNvCxnSpPr/>
            <p:nvPr/>
          </p:nvCxnSpPr>
          <p:spPr>
            <a:xfrm>
              <a:off x="-5250" y="264463"/>
              <a:ext cx="9154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9" name="Google Shape;239;p19"/>
            <p:cNvCxnSpPr/>
            <p:nvPr/>
          </p:nvCxnSpPr>
          <p:spPr>
            <a:xfrm>
              <a:off x="8787425" y="259338"/>
              <a:ext cx="0" cy="4889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40" name="Google Shape;240;p19"/>
            <p:cNvSpPr/>
            <p:nvPr/>
          </p:nvSpPr>
          <p:spPr>
            <a:xfrm>
              <a:off x="488125" y="211663"/>
              <a:ext cx="723600" cy="1056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stok Web"/>
                <a:ea typeface="Istok Web"/>
                <a:cs typeface="Istok Web"/>
                <a:sym typeface="Istok Web"/>
              </a:endParaRPr>
            </a:p>
          </p:txBody>
        </p:sp>
        <p:sp>
          <p:nvSpPr>
            <p:cNvPr id="241" name="Google Shape;241;p19"/>
            <p:cNvSpPr/>
            <p:nvPr/>
          </p:nvSpPr>
          <p:spPr>
            <a:xfrm>
              <a:off x="8671025" y="148063"/>
              <a:ext cx="232800" cy="2328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stok Web"/>
                <a:ea typeface="Istok Web"/>
                <a:cs typeface="Istok Web"/>
                <a:sym typeface="Istok Web"/>
              </a:endParaRPr>
            </a:p>
          </p:txBody>
        </p:sp>
        <p:sp>
          <p:nvSpPr>
            <p:cNvPr id="242" name="Google Shape;242;p19"/>
            <p:cNvSpPr/>
            <p:nvPr/>
          </p:nvSpPr>
          <p:spPr>
            <a:xfrm>
              <a:off x="8701325" y="4706538"/>
              <a:ext cx="172200" cy="1722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stok Web"/>
                <a:ea typeface="Istok Web"/>
                <a:cs typeface="Istok Web"/>
                <a:sym typeface="Istok Web"/>
              </a:endParaRPr>
            </a:p>
          </p:txBody>
        </p:sp>
      </p:grpSp>
      <p:grpSp>
        <p:nvGrpSpPr>
          <p:cNvPr id="243" name="Google Shape;243;p19"/>
          <p:cNvGrpSpPr/>
          <p:nvPr/>
        </p:nvGrpSpPr>
        <p:grpSpPr>
          <a:xfrm flipH="1">
            <a:off x="50988" y="3589018"/>
            <a:ext cx="596273" cy="1554466"/>
            <a:chOff x="2090350" y="2239265"/>
            <a:chExt cx="905501" cy="2360616"/>
          </a:xfrm>
        </p:grpSpPr>
        <p:sp>
          <p:nvSpPr>
            <p:cNvPr id="244" name="Google Shape;244;p19"/>
            <p:cNvSpPr/>
            <p:nvPr/>
          </p:nvSpPr>
          <p:spPr>
            <a:xfrm flipH="1">
              <a:off x="2712180" y="2613372"/>
              <a:ext cx="283672" cy="1986468"/>
            </a:xfrm>
            <a:custGeom>
              <a:avLst/>
              <a:gdLst/>
              <a:ahLst/>
              <a:cxnLst/>
              <a:rect l="l" t="t" r="r" b="b"/>
              <a:pathLst>
                <a:path w="3722" h="26064" extrusionOk="0">
                  <a:moveTo>
                    <a:pt x="3572" y="1210"/>
                  </a:moveTo>
                  <a:lnTo>
                    <a:pt x="3572" y="605"/>
                  </a:lnTo>
                  <a:lnTo>
                    <a:pt x="3721" y="605"/>
                  </a:lnTo>
                  <a:lnTo>
                    <a:pt x="3721" y="406"/>
                  </a:lnTo>
                  <a:lnTo>
                    <a:pt x="2278" y="406"/>
                  </a:lnTo>
                  <a:lnTo>
                    <a:pt x="2278" y="0"/>
                  </a:lnTo>
                  <a:lnTo>
                    <a:pt x="1445" y="0"/>
                  </a:lnTo>
                  <a:lnTo>
                    <a:pt x="1445" y="406"/>
                  </a:lnTo>
                  <a:lnTo>
                    <a:pt x="0" y="406"/>
                  </a:lnTo>
                  <a:lnTo>
                    <a:pt x="0" y="605"/>
                  </a:lnTo>
                  <a:lnTo>
                    <a:pt x="150" y="605"/>
                  </a:lnTo>
                  <a:lnTo>
                    <a:pt x="150" y="1210"/>
                  </a:lnTo>
                  <a:lnTo>
                    <a:pt x="301" y="1210"/>
                  </a:lnTo>
                  <a:lnTo>
                    <a:pt x="860" y="1963"/>
                  </a:lnTo>
                  <a:lnTo>
                    <a:pt x="696" y="1963"/>
                  </a:lnTo>
                  <a:lnTo>
                    <a:pt x="696" y="2573"/>
                  </a:lnTo>
                  <a:lnTo>
                    <a:pt x="0" y="2573"/>
                  </a:lnTo>
                  <a:lnTo>
                    <a:pt x="0" y="2772"/>
                  </a:lnTo>
                  <a:lnTo>
                    <a:pt x="149" y="2772"/>
                  </a:lnTo>
                  <a:lnTo>
                    <a:pt x="149" y="3376"/>
                  </a:lnTo>
                  <a:lnTo>
                    <a:pt x="548" y="3376"/>
                  </a:lnTo>
                  <a:lnTo>
                    <a:pt x="548" y="2772"/>
                  </a:lnTo>
                  <a:lnTo>
                    <a:pt x="1445" y="2772"/>
                  </a:lnTo>
                  <a:lnTo>
                    <a:pt x="1445" y="6207"/>
                  </a:lnTo>
                  <a:lnTo>
                    <a:pt x="0" y="6207"/>
                  </a:lnTo>
                  <a:lnTo>
                    <a:pt x="0" y="6406"/>
                  </a:lnTo>
                  <a:lnTo>
                    <a:pt x="149" y="6406"/>
                  </a:lnTo>
                  <a:lnTo>
                    <a:pt x="149" y="7010"/>
                  </a:lnTo>
                  <a:lnTo>
                    <a:pt x="548" y="7010"/>
                  </a:lnTo>
                  <a:lnTo>
                    <a:pt x="548" y="6406"/>
                  </a:lnTo>
                  <a:lnTo>
                    <a:pt x="1445" y="6406"/>
                  </a:lnTo>
                  <a:lnTo>
                    <a:pt x="1445" y="26064"/>
                  </a:lnTo>
                  <a:lnTo>
                    <a:pt x="2277" y="26064"/>
                  </a:lnTo>
                  <a:lnTo>
                    <a:pt x="2277" y="6406"/>
                  </a:lnTo>
                  <a:lnTo>
                    <a:pt x="3174" y="6406"/>
                  </a:lnTo>
                  <a:lnTo>
                    <a:pt x="3174" y="7010"/>
                  </a:lnTo>
                  <a:lnTo>
                    <a:pt x="3572" y="7010"/>
                  </a:lnTo>
                  <a:lnTo>
                    <a:pt x="3572" y="6406"/>
                  </a:lnTo>
                  <a:lnTo>
                    <a:pt x="3721" y="6406"/>
                  </a:lnTo>
                  <a:lnTo>
                    <a:pt x="3721" y="6207"/>
                  </a:lnTo>
                  <a:lnTo>
                    <a:pt x="2277" y="6207"/>
                  </a:lnTo>
                  <a:lnTo>
                    <a:pt x="2277" y="2772"/>
                  </a:lnTo>
                  <a:lnTo>
                    <a:pt x="3174" y="2772"/>
                  </a:lnTo>
                  <a:lnTo>
                    <a:pt x="3174" y="3376"/>
                  </a:lnTo>
                  <a:lnTo>
                    <a:pt x="3572" y="3376"/>
                  </a:lnTo>
                  <a:lnTo>
                    <a:pt x="3572" y="2772"/>
                  </a:lnTo>
                  <a:lnTo>
                    <a:pt x="3721" y="2772"/>
                  </a:lnTo>
                  <a:lnTo>
                    <a:pt x="3721" y="2573"/>
                  </a:lnTo>
                  <a:lnTo>
                    <a:pt x="3026" y="2573"/>
                  </a:lnTo>
                  <a:lnTo>
                    <a:pt x="3026" y="1963"/>
                  </a:lnTo>
                  <a:lnTo>
                    <a:pt x="2863" y="1963"/>
                  </a:lnTo>
                  <a:lnTo>
                    <a:pt x="3420" y="1210"/>
                  </a:lnTo>
                  <a:lnTo>
                    <a:pt x="3572" y="1210"/>
                  </a:lnTo>
                  <a:close/>
                  <a:moveTo>
                    <a:pt x="1445" y="2573"/>
                  </a:moveTo>
                  <a:lnTo>
                    <a:pt x="1094" y="2573"/>
                  </a:lnTo>
                  <a:lnTo>
                    <a:pt x="1094" y="1963"/>
                  </a:lnTo>
                  <a:lnTo>
                    <a:pt x="964" y="1963"/>
                  </a:lnTo>
                  <a:lnTo>
                    <a:pt x="406" y="1209"/>
                  </a:lnTo>
                  <a:lnTo>
                    <a:pt x="549" y="1209"/>
                  </a:lnTo>
                  <a:lnTo>
                    <a:pt x="549" y="605"/>
                  </a:lnTo>
                  <a:lnTo>
                    <a:pt x="1445" y="605"/>
                  </a:lnTo>
                  <a:close/>
                  <a:moveTo>
                    <a:pt x="2759" y="1963"/>
                  </a:moveTo>
                  <a:lnTo>
                    <a:pt x="2628" y="1963"/>
                  </a:lnTo>
                  <a:lnTo>
                    <a:pt x="2628" y="2573"/>
                  </a:lnTo>
                  <a:lnTo>
                    <a:pt x="2278" y="2573"/>
                  </a:lnTo>
                  <a:lnTo>
                    <a:pt x="2278" y="605"/>
                  </a:lnTo>
                  <a:lnTo>
                    <a:pt x="3174" y="605"/>
                  </a:lnTo>
                  <a:lnTo>
                    <a:pt x="3174" y="1209"/>
                  </a:lnTo>
                  <a:lnTo>
                    <a:pt x="3317" y="120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19"/>
            <p:cNvSpPr/>
            <p:nvPr/>
          </p:nvSpPr>
          <p:spPr>
            <a:xfrm flipH="1">
              <a:off x="2090350" y="2239265"/>
              <a:ext cx="337102" cy="2360616"/>
            </a:xfrm>
            <a:custGeom>
              <a:avLst/>
              <a:gdLst/>
              <a:ahLst/>
              <a:cxnLst/>
              <a:rect l="l" t="t" r="r" b="b"/>
              <a:pathLst>
                <a:path w="3722" h="26064" extrusionOk="0">
                  <a:moveTo>
                    <a:pt x="3572" y="1210"/>
                  </a:moveTo>
                  <a:lnTo>
                    <a:pt x="3572" y="605"/>
                  </a:lnTo>
                  <a:lnTo>
                    <a:pt x="3721" y="605"/>
                  </a:lnTo>
                  <a:lnTo>
                    <a:pt x="3721" y="406"/>
                  </a:lnTo>
                  <a:lnTo>
                    <a:pt x="2278" y="406"/>
                  </a:lnTo>
                  <a:lnTo>
                    <a:pt x="2278" y="0"/>
                  </a:lnTo>
                  <a:lnTo>
                    <a:pt x="1445" y="0"/>
                  </a:lnTo>
                  <a:lnTo>
                    <a:pt x="1445" y="406"/>
                  </a:lnTo>
                  <a:lnTo>
                    <a:pt x="0" y="406"/>
                  </a:lnTo>
                  <a:lnTo>
                    <a:pt x="0" y="605"/>
                  </a:lnTo>
                  <a:lnTo>
                    <a:pt x="150" y="605"/>
                  </a:lnTo>
                  <a:lnTo>
                    <a:pt x="150" y="1210"/>
                  </a:lnTo>
                  <a:lnTo>
                    <a:pt x="301" y="1210"/>
                  </a:lnTo>
                  <a:lnTo>
                    <a:pt x="860" y="1963"/>
                  </a:lnTo>
                  <a:lnTo>
                    <a:pt x="696" y="1963"/>
                  </a:lnTo>
                  <a:lnTo>
                    <a:pt x="696" y="2573"/>
                  </a:lnTo>
                  <a:lnTo>
                    <a:pt x="0" y="2573"/>
                  </a:lnTo>
                  <a:lnTo>
                    <a:pt x="0" y="2772"/>
                  </a:lnTo>
                  <a:lnTo>
                    <a:pt x="149" y="2772"/>
                  </a:lnTo>
                  <a:lnTo>
                    <a:pt x="149" y="3376"/>
                  </a:lnTo>
                  <a:lnTo>
                    <a:pt x="548" y="3376"/>
                  </a:lnTo>
                  <a:lnTo>
                    <a:pt x="548" y="2772"/>
                  </a:lnTo>
                  <a:lnTo>
                    <a:pt x="1445" y="2772"/>
                  </a:lnTo>
                  <a:lnTo>
                    <a:pt x="1445" y="6207"/>
                  </a:lnTo>
                  <a:lnTo>
                    <a:pt x="0" y="6207"/>
                  </a:lnTo>
                  <a:lnTo>
                    <a:pt x="0" y="6406"/>
                  </a:lnTo>
                  <a:lnTo>
                    <a:pt x="149" y="6406"/>
                  </a:lnTo>
                  <a:lnTo>
                    <a:pt x="149" y="7010"/>
                  </a:lnTo>
                  <a:lnTo>
                    <a:pt x="548" y="7010"/>
                  </a:lnTo>
                  <a:lnTo>
                    <a:pt x="548" y="6406"/>
                  </a:lnTo>
                  <a:lnTo>
                    <a:pt x="1445" y="6406"/>
                  </a:lnTo>
                  <a:lnTo>
                    <a:pt x="1445" y="26064"/>
                  </a:lnTo>
                  <a:lnTo>
                    <a:pt x="2277" y="26064"/>
                  </a:lnTo>
                  <a:lnTo>
                    <a:pt x="2277" y="6406"/>
                  </a:lnTo>
                  <a:lnTo>
                    <a:pt x="3174" y="6406"/>
                  </a:lnTo>
                  <a:lnTo>
                    <a:pt x="3174" y="7010"/>
                  </a:lnTo>
                  <a:lnTo>
                    <a:pt x="3572" y="7010"/>
                  </a:lnTo>
                  <a:lnTo>
                    <a:pt x="3572" y="6406"/>
                  </a:lnTo>
                  <a:lnTo>
                    <a:pt x="3721" y="6406"/>
                  </a:lnTo>
                  <a:lnTo>
                    <a:pt x="3721" y="6207"/>
                  </a:lnTo>
                  <a:lnTo>
                    <a:pt x="2277" y="6207"/>
                  </a:lnTo>
                  <a:lnTo>
                    <a:pt x="2277" y="2772"/>
                  </a:lnTo>
                  <a:lnTo>
                    <a:pt x="3174" y="2772"/>
                  </a:lnTo>
                  <a:lnTo>
                    <a:pt x="3174" y="3376"/>
                  </a:lnTo>
                  <a:lnTo>
                    <a:pt x="3572" y="3376"/>
                  </a:lnTo>
                  <a:lnTo>
                    <a:pt x="3572" y="2772"/>
                  </a:lnTo>
                  <a:lnTo>
                    <a:pt x="3721" y="2772"/>
                  </a:lnTo>
                  <a:lnTo>
                    <a:pt x="3721" y="2573"/>
                  </a:lnTo>
                  <a:lnTo>
                    <a:pt x="3026" y="2573"/>
                  </a:lnTo>
                  <a:lnTo>
                    <a:pt x="3026" y="1963"/>
                  </a:lnTo>
                  <a:lnTo>
                    <a:pt x="2863" y="1963"/>
                  </a:lnTo>
                  <a:lnTo>
                    <a:pt x="3420" y="1210"/>
                  </a:lnTo>
                  <a:lnTo>
                    <a:pt x="3572" y="1210"/>
                  </a:lnTo>
                  <a:close/>
                  <a:moveTo>
                    <a:pt x="1445" y="2573"/>
                  </a:moveTo>
                  <a:lnTo>
                    <a:pt x="1094" y="2573"/>
                  </a:lnTo>
                  <a:lnTo>
                    <a:pt x="1094" y="1963"/>
                  </a:lnTo>
                  <a:lnTo>
                    <a:pt x="964" y="1963"/>
                  </a:lnTo>
                  <a:lnTo>
                    <a:pt x="406" y="1209"/>
                  </a:lnTo>
                  <a:lnTo>
                    <a:pt x="549" y="1209"/>
                  </a:lnTo>
                  <a:lnTo>
                    <a:pt x="549" y="605"/>
                  </a:lnTo>
                  <a:lnTo>
                    <a:pt x="1445" y="605"/>
                  </a:lnTo>
                  <a:close/>
                  <a:moveTo>
                    <a:pt x="2759" y="1963"/>
                  </a:moveTo>
                  <a:lnTo>
                    <a:pt x="2628" y="1963"/>
                  </a:lnTo>
                  <a:lnTo>
                    <a:pt x="2628" y="2573"/>
                  </a:lnTo>
                  <a:lnTo>
                    <a:pt x="2278" y="2573"/>
                  </a:lnTo>
                  <a:lnTo>
                    <a:pt x="2278" y="605"/>
                  </a:lnTo>
                  <a:lnTo>
                    <a:pt x="3174" y="605"/>
                  </a:lnTo>
                  <a:lnTo>
                    <a:pt x="3174" y="1209"/>
                  </a:lnTo>
                  <a:lnTo>
                    <a:pt x="3317" y="120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19"/>
            <p:cNvSpPr/>
            <p:nvPr/>
          </p:nvSpPr>
          <p:spPr>
            <a:xfrm flipH="1">
              <a:off x="2378953" y="2297047"/>
              <a:ext cx="350052" cy="379826"/>
            </a:xfrm>
            <a:custGeom>
              <a:avLst/>
              <a:gdLst/>
              <a:ahLst/>
              <a:cxnLst/>
              <a:rect l="l" t="t" r="r" b="b"/>
              <a:pathLst>
                <a:path w="12020" h="14298" extrusionOk="0">
                  <a:moveTo>
                    <a:pt x="0" y="13737"/>
                  </a:moveTo>
                  <a:cubicBezTo>
                    <a:pt x="5217" y="16868"/>
                    <a:pt x="10098" y="5773"/>
                    <a:pt x="12020" y="0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47" name="Google Shape;247;p19"/>
            <p:cNvSpPr/>
            <p:nvPr/>
          </p:nvSpPr>
          <p:spPr>
            <a:xfrm flipH="1">
              <a:off x="2371680" y="2464308"/>
              <a:ext cx="364950" cy="364950"/>
            </a:xfrm>
            <a:custGeom>
              <a:avLst/>
              <a:gdLst/>
              <a:ahLst/>
              <a:cxnLst/>
              <a:rect l="l" t="t" r="r" b="b"/>
              <a:pathLst>
                <a:path w="13738" h="13738" extrusionOk="0">
                  <a:moveTo>
                    <a:pt x="0" y="13738"/>
                  </a:moveTo>
                  <a:cubicBezTo>
                    <a:pt x="6476" y="13738"/>
                    <a:pt x="12169" y="6283"/>
                    <a:pt x="13738" y="0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48" name="Google Shape;248;p19"/>
            <p:cNvSpPr/>
            <p:nvPr/>
          </p:nvSpPr>
          <p:spPr>
            <a:xfrm flipH="1">
              <a:off x="2385676" y="2832756"/>
              <a:ext cx="350104" cy="284644"/>
            </a:xfrm>
            <a:custGeom>
              <a:avLst/>
              <a:gdLst/>
              <a:ahLst/>
              <a:cxnLst/>
              <a:rect l="l" t="t" r="r" b="b"/>
              <a:pathLst>
                <a:path w="12605" h="10715" extrusionOk="0">
                  <a:moveTo>
                    <a:pt x="0" y="10599"/>
                  </a:moveTo>
                  <a:cubicBezTo>
                    <a:pt x="5415" y="11499"/>
                    <a:pt x="11704" y="5415"/>
                    <a:pt x="12605" y="0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249" name="Google Shape;249;p19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50" name="Google Shape;250;p19"/>
          <p:cNvSpPr txBox="1">
            <a:spLocks noGrp="1"/>
          </p:cNvSpPr>
          <p:nvPr>
            <p:ph type="subTitle" idx="1"/>
          </p:nvPr>
        </p:nvSpPr>
        <p:spPr>
          <a:xfrm>
            <a:off x="720000" y="1190900"/>
            <a:ext cx="7717500" cy="8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20"/>
          <p:cNvPicPr preferRelativeResize="0"/>
          <p:nvPr/>
        </p:nvPicPr>
        <p:blipFill rotWithShape="1">
          <a:blip r:embed="rId2">
            <a:alphaModFix amt="69000"/>
          </a:blip>
          <a:srcRect/>
          <a:stretch/>
        </p:blipFill>
        <p:spPr>
          <a:xfrm>
            <a:off x="0" y="0"/>
            <a:ext cx="9144000" cy="51435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3" name="Google Shape;253;p20"/>
          <p:cNvGrpSpPr/>
          <p:nvPr/>
        </p:nvGrpSpPr>
        <p:grpSpPr>
          <a:xfrm flipH="1">
            <a:off x="-5250" y="148063"/>
            <a:ext cx="9154500" cy="5000675"/>
            <a:chOff x="-5250" y="148063"/>
            <a:chExt cx="9154500" cy="5000675"/>
          </a:xfrm>
        </p:grpSpPr>
        <p:cxnSp>
          <p:nvCxnSpPr>
            <p:cNvPr id="254" name="Google Shape;254;p20"/>
            <p:cNvCxnSpPr/>
            <p:nvPr/>
          </p:nvCxnSpPr>
          <p:spPr>
            <a:xfrm>
              <a:off x="-5250" y="264463"/>
              <a:ext cx="9154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5" name="Google Shape;255;p20"/>
            <p:cNvCxnSpPr/>
            <p:nvPr/>
          </p:nvCxnSpPr>
          <p:spPr>
            <a:xfrm>
              <a:off x="8787425" y="259338"/>
              <a:ext cx="0" cy="4889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56" name="Google Shape;256;p20"/>
            <p:cNvSpPr/>
            <p:nvPr/>
          </p:nvSpPr>
          <p:spPr>
            <a:xfrm>
              <a:off x="488125" y="211663"/>
              <a:ext cx="723600" cy="1056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stok Web"/>
                <a:ea typeface="Istok Web"/>
                <a:cs typeface="Istok Web"/>
                <a:sym typeface="Istok Web"/>
              </a:endParaRPr>
            </a:p>
          </p:txBody>
        </p:sp>
        <p:sp>
          <p:nvSpPr>
            <p:cNvPr id="257" name="Google Shape;257;p20"/>
            <p:cNvSpPr/>
            <p:nvPr/>
          </p:nvSpPr>
          <p:spPr>
            <a:xfrm>
              <a:off x="8671025" y="148063"/>
              <a:ext cx="232800" cy="2328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stok Web"/>
                <a:ea typeface="Istok Web"/>
                <a:cs typeface="Istok Web"/>
                <a:sym typeface="Istok Web"/>
              </a:endParaRPr>
            </a:p>
          </p:txBody>
        </p:sp>
        <p:sp>
          <p:nvSpPr>
            <p:cNvPr id="258" name="Google Shape;258;p20"/>
            <p:cNvSpPr/>
            <p:nvPr/>
          </p:nvSpPr>
          <p:spPr>
            <a:xfrm>
              <a:off x="8701325" y="4706538"/>
              <a:ext cx="172200" cy="1722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stok Web"/>
                <a:ea typeface="Istok Web"/>
                <a:cs typeface="Istok Web"/>
                <a:sym typeface="Istok Web"/>
              </a:endParaRPr>
            </a:p>
          </p:txBody>
        </p:sp>
      </p:grpSp>
      <p:sp>
        <p:nvSpPr>
          <p:cNvPr id="259" name="Google Shape;259;p20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0" name="Google Shape;260;p20"/>
          <p:cNvSpPr txBox="1">
            <a:spLocks noGrp="1"/>
          </p:cNvSpPr>
          <p:nvPr>
            <p:ph type="subTitle" idx="1"/>
          </p:nvPr>
        </p:nvSpPr>
        <p:spPr>
          <a:xfrm>
            <a:off x="4968716" y="2915208"/>
            <a:ext cx="28308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1" name="Google Shape;261;p20"/>
          <p:cNvSpPr txBox="1">
            <a:spLocks noGrp="1"/>
          </p:cNvSpPr>
          <p:nvPr>
            <p:ph type="subTitle" idx="2"/>
          </p:nvPr>
        </p:nvSpPr>
        <p:spPr>
          <a:xfrm>
            <a:off x="1344488" y="2915208"/>
            <a:ext cx="28308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2" name="Google Shape;262;p20"/>
          <p:cNvSpPr txBox="1">
            <a:spLocks noGrp="1"/>
          </p:cNvSpPr>
          <p:nvPr>
            <p:ph type="subTitle" idx="3"/>
          </p:nvPr>
        </p:nvSpPr>
        <p:spPr>
          <a:xfrm>
            <a:off x="1344488" y="2523625"/>
            <a:ext cx="2830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>
            <a:endParaRPr/>
          </a:p>
        </p:txBody>
      </p:sp>
      <p:sp>
        <p:nvSpPr>
          <p:cNvPr id="263" name="Google Shape;263;p20"/>
          <p:cNvSpPr txBox="1">
            <a:spLocks noGrp="1"/>
          </p:cNvSpPr>
          <p:nvPr>
            <p:ph type="subTitle" idx="4"/>
          </p:nvPr>
        </p:nvSpPr>
        <p:spPr>
          <a:xfrm>
            <a:off x="4968719" y="2523625"/>
            <a:ext cx="2830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>
            <a:endParaRPr/>
          </a:p>
        </p:txBody>
      </p:sp>
      <p:grpSp>
        <p:nvGrpSpPr>
          <p:cNvPr id="264" name="Google Shape;264;p20"/>
          <p:cNvGrpSpPr/>
          <p:nvPr/>
        </p:nvGrpSpPr>
        <p:grpSpPr>
          <a:xfrm>
            <a:off x="8505825" y="3884655"/>
            <a:ext cx="592771" cy="1259556"/>
            <a:chOff x="3733925" y="3400424"/>
            <a:chExt cx="1079728" cy="2294274"/>
          </a:xfrm>
        </p:grpSpPr>
        <p:sp>
          <p:nvSpPr>
            <p:cNvPr id="265" name="Google Shape;265;p20"/>
            <p:cNvSpPr/>
            <p:nvPr/>
          </p:nvSpPr>
          <p:spPr>
            <a:xfrm>
              <a:off x="3733925" y="3445303"/>
              <a:ext cx="1079728" cy="42375"/>
            </a:xfrm>
            <a:custGeom>
              <a:avLst/>
              <a:gdLst/>
              <a:ahLst/>
              <a:cxnLst/>
              <a:rect l="l" t="t" r="r" b="b"/>
              <a:pathLst>
                <a:path w="24563" h="964" extrusionOk="0">
                  <a:moveTo>
                    <a:pt x="1" y="1"/>
                  </a:moveTo>
                  <a:lnTo>
                    <a:pt x="1" y="964"/>
                  </a:lnTo>
                  <a:lnTo>
                    <a:pt x="24562" y="964"/>
                  </a:lnTo>
                  <a:lnTo>
                    <a:pt x="2456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20"/>
            <p:cNvSpPr/>
            <p:nvPr/>
          </p:nvSpPr>
          <p:spPr>
            <a:xfrm>
              <a:off x="4252166" y="3400424"/>
              <a:ext cx="43254" cy="2294274"/>
            </a:xfrm>
            <a:custGeom>
              <a:avLst/>
              <a:gdLst/>
              <a:ahLst/>
              <a:cxnLst/>
              <a:rect l="l" t="t" r="r" b="b"/>
              <a:pathLst>
                <a:path w="984" h="52193" extrusionOk="0">
                  <a:moveTo>
                    <a:pt x="0" y="1"/>
                  </a:moveTo>
                  <a:lnTo>
                    <a:pt x="0" y="52193"/>
                  </a:lnTo>
                  <a:lnTo>
                    <a:pt x="983" y="52193"/>
                  </a:lnTo>
                  <a:lnTo>
                    <a:pt x="9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20"/>
            <p:cNvSpPr/>
            <p:nvPr/>
          </p:nvSpPr>
          <p:spPr>
            <a:xfrm>
              <a:off x="3761178" y="3401523"/>
              <a:ext cx="83036" cy="80047"/>
            </a:xfrm>
            <a:custGeom>
              <a:avLst/>
              <a:gdLst/>
              <a:ahLst/>
              <a:cxnLst/>
              <a:rect l="l" t="t" r="r" b="b"/>
              <a:pathLst>
                <a:path w="1889" h="1821" extrusionOk="0">
                  <a:moveTo>
                    <a:pt x="945" y="1"/>
                  </a:moveTo>
                  <a:cubicBezTo>
                    <a:pt x="473" y="1"/>
                    <a:pt x="1" y="304"/>
                    <a:pt x="10" y="911"/>
                  </a:cubicBezTo>
                  <a:cubicBezTo>
                    <a:pt x="1" y="1517"/>
                    <a:pt x="473" y="1820"/>
                    <a:pt x="945" y="1820"/>
                  </a:cubicBezTo>
                  <a:cubicBezTo>
                    <a:pt x="1416" y="1820"/>
                    <a:pt x="1888" y="1517"/>
                    <a:pt x="1879" y="911"/>
                  </a:cubicBezTo>
                  <a:cubicBezTo>
                    <a:pt x="1888" y="304"/>
                    <a:pt x="1416" y="1"/>
                    <a:pt x="9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20"/>
            <p:cNvSpPr/>
            <p:nvPr/>
          </p:nvSpPr>
          <p:spPr>
            <a:xfrm>
              <a:off x="4703374" y="3401523"/>
              <a:ext cx="82992" cy="80047"/>
            </a:xfrm>
            <a:custGeom>
              <a:avLst/>
              <a:gdLst/>
              <a:ahLst/>
              <a:cxnLst/>
              <a:rect l="l" t="t" r="r" b="b"/>
              <a:pathLst>
                <a:path w="1888" h="1821" extrusionOk="0">
                  <a:moveTo>
                    <a:pt x="944" y="1"/>
                  </a:moveTo>
                  <a:cubicBezTo>
                    <a:pt x="472" y="1"/>
                    <a:pt x="0" y="304"/>
                    <a:pt x="9" y="911"/>
                  </a:cubicBezTo>
                  <a:cubicBezTo>
                    <a:pt x="0" y="1517"/>
                    <a:pt x="472" y="1820"/>
                    <a:pt x="944" y="1820"/>
                  </a:cubicBezTo>
                  <a:cubicBezTo>
                    <a:pt x="1416" y="1820"/>
                    <a:pt x="1887" y="1517"/>
                    <a:pt x="1878" y="911"/>
                  </a:cubicBezTo>
                  <a:cubicBezTo>
                    <a:pt x="1887" y="304"/>
                    <a:pt x="1416" y="1"/>
                    <a:pt x="9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21"/>
          <p:cNvPicPr preferRelativeResize="0"/>
          <p:nvPr/>
        </p:nvPicPr>
        <p:blipFill rotWithShape="1">
          <a:blip r:embed="rId2">
            <a:alphaModFix amt="69000"/>
          </a:blip>
          <a:srcRect/>
          <a:stretch/>
        </p:blipFill>
        <p:spPr>
          <a:xfrm>
            <a:off x="0" y="0"/>
            <a:ext cx="9144000" cy="5143522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1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72" name="Google Shape;272;p21"/>
          <p:cNvSpPr txBox="1">
            <a:spLocks noGrp="1"/>
          </p:cNvSpPr>
          <p:nvPr>
            <p:ph type="subTitle" idx="1"/>
          </p:nvPr>
        </p:nvSpPr>
        <p:spPr>
          <a:xfrm>
            <a:off x="5015376" y="1543900"/>
            <a:ext cx="3163200" cy="273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3" name="Google Shape;273;p21"/>
          <p:cNvSpPr txBox="1">
            <a:spLocks noGrp="1"/>
          </p:cNvSpPr>
          <p:nvPr>
            <p:ph type="subTitle" idx="2"/>
          </p:nvPr>
        </p:nvSpPr>
        <p:spPr>
          <a:xfrm>
            <a:off x="965450" y="1543900"/>
            <a:ext cx="3163200" cy="273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74" name="Google Shape;274;p21"/>
          <p:cNvGrpSpPr/>
          <p:nvPr/>
        </p:nvGrpSpPr>
        <p:grpSpPr>
          <a:xfrm>
            <a:off x="8466355" y="3555950"/>
            <a:ext cx="634563" cy="1587396"/>
            <a:chOff x="3899880" y="1817280"/>
            <a:chExt cx="1502280" cy="3758040"/>
          </a:xfrm>
        </p:grpSpPr>
        <p:sp>
          <p:nvSpPr>
            <p:cNvPr id="275" name="Google Shape;275;p21"/>
            <p:cNvSpPr/>
            <p:nvPr/>
          </p:nvSpPr>
          <p:spPr>
            <a:xfrm>
              <a:off x="4374000" y="1818000"/>
              <a:ext cx="554760" cy="3757320"/>
            </a:xfrm>
            <a:custGeom>
              <a:avLst/>
              <a:gdLst/>
              <a:ahLst/>
              <a:cxnLst/>
              <a:rect l="l" t="t" r="r" b="b"/>
              <a:pathLst>
                <a:path w="1541" h="10437" extrusionOk="0">
                  <a:moveTo>
                    <a:pt x="1519" y="10437"/>
                  </a:moveTo>
                  <a:cubicBezTo>
                    <a:pt x="1508" y="10437"/>
                    <a:pt x="1498" y="10427"/>
                    <a:pt x="1496" y="10416"/>
                  </a:cubicBezTo>
                  <a:lnTo>
                    <a:pt x="918" y="47"/>
                  </a:lnTo>
                  <a:lnTo>
                    <a:pt x="625" y="47"/>
                  </a:lnTo>
                  <a:lnTo>
                    <a:pt x="46" y="10416"/>
                  </a:lnTo>
                  <a:cubicBezTo>
                    <a:pt x="46" y="10429"/>
                    <a:pt x="36" y="10439"/>
                    <a:pt x="22" y="10437"/>
                  </a:cubicBezTo>
                  <a:cubicBezTo>
                    <a:pt x="8" y="10437"/>
                    <a:pt x="0" y="10426"/>
                    <a:pt x="0" y="10413"/>
                  </a:cubicBezTo>
                  <a:lnTo>
                    <a:pt x="578" y="22"/>
                  </a:lnTo>
                  <a:cubicBezTo>
                    <a:pt x="578" y="10"/>
                    <a:pt x="588" y="0"/>
                    <a:pt x="601" y="0"/>
                  </a:cubicBezTo>
                  <a:lnTo>
                    <a:pt x="938" y="0"/>
                  </a:lnTo>
                  <a:cubicBezTo>
                    <a:pt x="950" y="0"/>
                    <a:pt x="960" y="10"/>
                    <a:pt x="961" y="22"/>
                  </a:cubicBezTo>
                  <a:lnTo>
                    <a:pt x="1541" y="10413"/>
                  </a:lnTo>
                  <a:cubicBezTo>
                    <a:pt x="1543" y="10426"/>
                    <a:pt x="1534" y="10436"/>
                    <a:pt x="1519" y="104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21"/>
            <p:cNvSpPr/>
            <p:nvPr/>
          </p:nvSpPr>
          <p:spPr>
            <a:xfrm>
              <a:off x="4381200" y="1817280"/>
              <a:ext cx="527760" cy="3613320"/>
            </a:xfrm>
            <a:custGeom>
              <a:avLst/>
              <a:gdLst/>
              <a:ahLst/>
              <a:cxnLst/>
              <a:rect l="l" t="t" r="r" b="b"/>
              <a:pathLst>
                <a:path w="1466" h="10037" extrusionOk="0">
                  <a:moveTo>
                    <a:pt x="25" y="10037"/>
                  </a:moveTo>
                  <a:cubicBezTo>
                    <a:pt x="16" y="10037"/>
                    <a:pt x="7" y="10031"/>
                    <a:pt x="3" y="10024"/>
                  </a:cubicBezTo>
                  <a:cubicBezTo>
                    <a:pt x="-3" y="10013"/>
                    <a:pt x="3" y="9999"/>
                    <a:pt x="15" y="9994"/>
                  </a:cubicBezTo>
                  <a:lnTo>
                    <a:pt x="1392" y="9377"/>
                  </a:lnTo>
                  <a:lnTo>
                    <a:pt x="93" y="8561"/>
                  </a:lnTo>
                  <a:cubicBezTo>
                    <a:pt x="86" y="8557"/>
                    <a:pt x="82" y="8550"/>
                    <a:pt x="83" y="8541"/>
                  </a:cubicBezTo>
                  <a:cubicBezTo>
                    <a:pt x="83" y="8532"/>
                    <a:pt x="88" y="8525"/>
                    <a:pt x="95" y="8522"/>
                  </a:cubicBezTo>
                  <a:lnTo>
                    <a:pt x="1309" y="7801"/>
                  </a:lnTo>
                  <a:lnTo>
                    <a:pt x="176" y="7125"/>
                  </a:lnTo>
                  <a:cubicBezTo>
                    <a:pt x="169" y="7120"/>
                    <a:pt x="165" y="7113"/>
                    <a:pt x="165" y="7106"/>
                  </a:cubicBezTo>
                  <a:cubicBezTo>
                    <a:pt x="165" y="7097"/>
                    <a:pt x="169" y="7090"/>
                    <a:pt x="175" y="7085"/>
                  </a:cubicBezTo>
                  <a:lnTo>
                    <a:pt x="1233" y="6422"/>
                  </a:lnTo>
                  <a:lnTo>
                    <a:pt x="249" y="5787"/>
                  </a:lnTo>
                  <a:cubicBezTo>
                    <a:pt x="243" y="5783"/>
                    <a:pt x="239" y="5778"/>
                    <a:pt x="239" y="5770"/>
                  </a:cubicBezTo>
                  <a:cubicBezTo>
                    <a:pt x="239" y="5763"/>
                    <a:pt x="242" y="5755"/>
                    <a:pt x="248" y="5751"/>
                  </a:cubicBezTo>
                  <a:lnTo>
                    <a:pt x="1161" y="5005"/>
                  </a:lnTo>
                  <a:lnTo>
                    <a:pt x="331" y="4304"/>
                  </a:lnTo>
                  <a:cubicBezTo>
                    <a:pt x="325" y="4299"/>
                    <a:pt x="322" y="4294"/>
                    <a:pt x="322" y="4286"/>
                  </a:cubicBezTo>
                  <a:cubicBezTo>
                    <a:pt x="322" y="4279"/>
                    <a:pt x="325" y="4273"/>
                    <a:pt x="331" y="4269"/>
                  </a:cubicBezTo>
                  <a:lnTo>
                    <a:pt x="1086" y="3622"/>
                  </a:lnTo>
                  <a:lnTo>
                    <a:pt x="402" y="3034"/>
                  </a:lnTo>
                  <a:cubicBezTo>
                    <a:pt x="396" y="3030"/>
                    <a:pt x="393" y="3022"/>
                    <a:pt x="393" y="3015"/>
                  </a:cubicBezTo>
                  <a:cubicBezTo>
                    <a:pt x="393" y="3008"/>
                    <a:pt x="398" y="3002"/>
                    <a:pt x="404" y="2998"/>
                  </a:cubicBezTo>
                  <a:lnTo>
                    <a:pt x="1020" y="2563"/>
                  </a:lnTo>
                  <a:lnTo>
                    <a:pt x="449" y="2208"/>
                  </a:lnTo>
                  <a:cubicBezTo>
                    <a:pt x="443" y="2204"/>
                    <a:pt x="439" y="2198"/>
                    <a:pt x="437" y="2189"/>
                  </a:cubicBezTo>
                  <a:cubicBezTo>
                    <a:pt x="437" y="2182"/>
                    <a:pt x="440" y="2174"/>
                    <a:pt x="446" y="2170"/>
                  </a:cubicBezTo>
                  <a:lnTo>
                    <a:pt x="976" y="1750"/>
                  </a:lnTo>
                  <a:lnTo>
                    <a:pt x="493" y="1383"/>
                  </a:lnTo>
                  <a:cubicBezTo>
                    <a:pt x="487" y="1379"/>
                    <a:pt x="484" y="1371"/>
                    <a:pt x="484" y="1364"/>
                  </a:cubicBezTo>
                  <a:cubicBezTo>
                    <a:pt x="484" y="1356"/>
                    <a:pt x="487" y="1350"/>
                    <a:pt x="493" y="1345"/>
                  </a:cubicBezTo>
                  <a:lnTo>
                    <a:pt x="936" y="994"/>
                  </a:lnTo>
                  <a:lnTo>
                    <a:pt x="532" y="697"/>
                  </a:lnTo>
                  <a:cubicBezTo>
                    <a:pt x="526" y="693"/>
                    <a:pt x="523" y="685"/>
                    <a:pt x="523" y="678"/>
                  </a:cubicBezTo>
                  <a:cubicBezTo>
                    <a:pt x="523" y="671"/>
                    <a:pt x="526" y="663"/>
                    <a:pt x="532" y="659"/>
                  </a:cubicBezTo>
                  <a:lnTo>
                    <a:pt x="903" y="362"/>
                  </a:lnTo>
                  <a:lnTo>
                    <a:pt x="567" y="41"/>
                  </a:lnTo>
                  <a:cubicBezTo>
                    <a:pt x="558" y="33"/>
                    <a:pt x="557" y="18"/>
                    <a:pt x="565" y="8"/>
                  </a:cubicBezTo>
                  <a:cubicBezTo>
                    <a:pt x="574" y="-1"/>
                    <a:pt x="589" y="-2"/>
                    <a:pt x="599" y="6"/>
                  </a:cubicBezTo>
                  <a:lnTo>
                    <a:pt x="954" y="344"/>
                  </a:lnTo>
                  <a:cubicBezTo>
                    <a:pt x="959" y="349"/>
                    <a:pt x="962" y="356"/>
                    <a:pt x="962" y="362"/>
                  </a:cubicBezTo>
                  <a:cubicBezTo>
                    <a:pt x="962" y="369"/>
                    <a:pt x="959" y="375"/>
                    <a:pt x="953" y="379"/>
                  </a:cubicBezTo>
                  <a:lnTo>
                    <a:pt x="584" y="675"/>
                  </a:lnTo>
                  <a:lnTo>
                    <a:pt x="988" y="972"/>
                  </a:lnTo>
                  <a:cubicBezTo>
                    <a:pt x="994" y="977"/>
                    <a:pt x="997" y="983"/>
                    <a:pt x="997" y="991"/>
                  </a:cubicBezTo>
                  <a:cubicBezTo>
                    <a:pt x="997" y="998"/>
                    <a:pt x="994" y="1006"/>
                    <a:pt x="988" y="1010"/>
                  </a:cubicBezTo>
                  <a:lnTo>
                    <a:pt x="545" y="1361"/>
                  </a:lnTo>
                  <a:lnTo>
                    <a:pt x="1029" y="1729"/>
                  </a:lnTo>
                  <a:cubicBezTo>
                    <a:pt x="1035" y="1733"/>
                    <a:pt x="1038" y="1740"/>
                    <a:pt x="1038" y="1748"/>
                  </a:cubicBezTo>
                  <a:cubicBezTo>
                    <a:pt x="1038" y="1755"/>
                    <a:pt x="1035" y="1762"/>
                    <a:pt x="1029" y="1766"/>
                  </a:cubicBezTo>
                  <a:lnTo>
                    <a:pt x="501" y="2185"/>
                  </a:lnTo>
                  <a:lnTo>
                    <a:pt x="1072" y="2537"/>
                  </a:lnTo>
                  <a:cubicBezTo>
                    <a:pt x="1080" y="2542"/>
                    <a:pt x="1083" y="2549"/>
                    <a:pt x="1084" y="2556"/>
                  </a:cubicBezTo>
                  <a:cubicBezTo>
                    <a:pt x="1084" y="2563"/>
                    <a:pt x="1081" y="2571"/>
                    <a:pt x="1074" y="2575"/>
                  </a:cubicBezTo>
                  <a:lnTo>
                    <a:pt x="453" y="3012"/>
                  </a:lnTo>
                  <a:lnTo>
                    <a:pt x="1135" y="3597"/>
                  </a:lnTo>
                  <a:cubicBezTo>
                    <a:pt x="1141" y="3601"/>
                    <a:pt x="1144" y="3608"/>
                    <a:pt x="1144" y="3615"/>
                  </a:cubicBezTo>
                  <a:cubicBezTo>
                    <a:pt x="1144" y="3623"/>
                    <a:pt x="1141" y="3628"/>
                    <a:pt x="1135" y="3632"/>
                  </a:cubicBezTo>
                  <a:lnTo>
                    <a:pt x="380" y="4279"/>
                  </a:lnTo>
                  <a:lnTo>
                    <a:pt x="1212" y="4980"/>
                  </a:lnTo>
                  <a:cubicBezTo>
                    <a:pt x="1218" y="4984"/>
                    <a:pt x="1221" y="4991"/>
                    <a:pt x="1221" y="4997"/>
                  </a:cubicBezTo>
                  <a:cubicBezTo>
                    <a:pt x="1221" y="5005"/>
                    <a:pt x="1218" y="5010"/>
                    <a:pt x="1212" y="5015"/>
                  </a:cubicBezTo>
                  <a:lnTo>
                    <a:pt x="302" y="5758"/>
                  </a:lnTo>
                  <a:lnTo>
                    <a:pt x="1290" y="6396"/>
                  </a:lnTo>
                  <a:cubicBezTo>
                    <a:pt x="1297" y="6400"/>
                    <a:pt x="1300" y="6408"/>
                    <a:pt x="1300" y="6415"/>
                  </a:cubicBezTo>
                  <a:cubicBezTo>
                    <a:pt x="1300" y="6422"/>
                    <a:pt x="1295" y="6430"/>
                    <a:pt x="1290" y="6434"/>
                  </a:cubicBezTo>
                  <a:lnTo>
                    <a:pt x="233" y="7095"/>
                  </a:lnTo>
                  <a:lnTo>
                    <a:pt x="1367" y="7773"/>
                  </a:lnTo>
                  <a:cubicBezTo>
                    <a:pt x="1374" y="7777"/>
                    <a:pt x="1378" y="7785"/>
                    <a:pt x="1378" y="7793"/>
                  </a:cubicBezTo>
                  <a:cubicBezTo>
                    <a:pt x="1378" y="7802"/>
                    <a:pt x="1374" y="7809"/>
                    <a:pt x="1367" y="7814"/>
                  </a:cubicBezTo>
                  <a:lnTo>
                    <a:pt x="153" y="8537"/>
                  </a:lnTo>
                  <a:lnTo>
                    <a:pt x="1456" y="9355"/>
                  </a:lnTo>
                  <a:cubicBezTo>
                    <a:pt x="1463" y="9360"/>
                    <a:pt x="1467" y="9368"/>
                    <a:pt x="1466" y="9377"/>
                  </a:cubicBezTo>
                  <a:cubicBezTo>
                    <a:pt x="1466" y="9386"/>
                    <a:pt x="1460" y="9393"/>
                    <a:pt x="1453" y="9396"/>
                  </a:cubicBezTo>
                  <a:lnTo>
                    <a:pt x="35" y="10030"/>
                  </a:lnTo>
                  <a:cubicBezTo>
                    <a:pt x="31" y="10036"/>
                    <a:pt x="28" y="10037"/>
                    <a:pt x="25" y="100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21"/>
            <p:cNvSpPr/>
            <p:nvPr/>
          </p:nvSpPr>
          <p:spPr>
            <a:xfrm>
              <a:off x="4394520" y="1817640"/>
              <a:ext cx="527040" cy="3612960"/>
            </a:xfrm>
            <a:custGeom>
              <a:avLst/>
              <a:gdLst/>
              <a:ahLst/>
              <a:cxnLst/>
              <a:rect l="l" t="t" r="r" b="b"/>
              <a:pathLst>
                <a:path w="1464" h="10036" extrusionOk="0">
                  <a:moveTo>
                    <a:pt x="1439" y="10036"/>
                  </a:moveTo>
                  <a:cubicBezTo>
                    <a:pt x="1436" y="10036"/>
                    <a:pt x="1433" y="10036"/>
                    <a:pt x="1430" y="10035"/>
                  </a:cubicBezTo>
                  <a:lnTo>
                    <a:pt x="13" y="9401"/>
                  </a:lnTo>
                  <a:cubicBezTo>
                    <a:pt x="5" y="9398"/>
                    <a:pt x="0" y="9389"/>
                    <a:pt x="0" y="9382"/>
                  </a:cubicBezTo>
                  <a:cubicBezTo>
                    <a:pt x="0" y="9373"/>
                    <a:pt x="2" y="9366"/>
                    <a:pt x="10" y="9360"/>
                  </a:cubicBezTo>
                  <a:lnTo>
                    <a:pt x="1312" y="8541"/>
                  </a:lnTo>
                  <a:lnTo>
                    <a:pt x="99" y="7817"/>
                  </a:lnTo>
                  <a:cubicBezTo>
                    <a:pt x="91" y="7813"/>
                    <a:pt x="87" y="7806"/>
                    <a:pt x="87" y="7797"/>
                  </a:cubicBezTo>
                  <a:cubicBezTo>
                    <a:pt x="87" y="7788"/>
                    <a:pt x="91" y="7781"/>
                    <a:pt x="99" y="7776"/>
                  </a:cubicBezTo>
                  <a:lnTo>
                    <a:pt x="1232" y="7099"/>
                  </a:lnTo>
                  <a:lnTo>
                    <a:pt x="176" y="6437"/>
                  </a:lnTo>
                  <a:cubicBezTo>
                    <a:pt x="169" y="6433"/>
                    <a:pt x="166" y="6426"/>
                    <a:pt x="166" y="6418"/>
                  </a:cubicBezTo>
                  <a:cubicBezTo>
                    <a:pt x="166" y="6411"/>
                    <a:pt x="170" y="6402"/>
                    <a:pt x="176" y="6399"/>
                  </a:cubicBezTo>
                  <a:lnTo>
                    <a:pt x="1164" y="5761"/>
                  </a:lnTo>
                  <a:lnTo>
                    <a:pt x="253" y="5018"/>
                  </a:lnTo>
                  <a:cubicBezTo>
                    <a:pt x="247" y="5014"/>
                    <a:pt x="244" y="5009"/>
                    <a:pt x="244" y="5001"/>
                  </a:cubicBezTo>
                  <a:cubicBezTo>
                    <a:pt x="244" y="4994"/>
                    <a:pt x="247" y="4988"/>
                    <a:pt x="253" y="4983"/>
                  </a:cubicBezTo>
                  <a:lnTo>
                    <a:pt x="1085" y="4282"/>
                  </a:lnTo>
                  <a:lnTo>
                    <a:pt x="330" y="3635"/>
                  </a:lnTo>
                  <a:cubicBezTo>
                    <a:pt x="324" y="3631"/>
                    <a:pt x="322" y="3625"/>
                    <a:pt x="322" y="3618"/>
                  </a:cubicBezTo>
                  <a:cubicBezTo>
                    <a:pt x="322" y="3611"/>
                    <a:pt x="324" y="3605"/>
                    <a:pt x="330" y="3600"/>
                  </a:cubicBezTo>
                  <a:lnTo>
                    <a:pt x="1012" y="3016"/>
                  </a:lnTo>
                  <a:lnTo>
                    <a:pt x="391" y="2579"/>
                  </a:lnTo>
                  <a:cubicBezTo>
                    <a:pt x="386" y="2574"/>
                    <a:pt x="381" y="2567"/>
                    <a:pt x="381" y="2560"/>
                  </a:cubicBezTo>
                  <a:cubicBezTo>
                    <a:pt x="381" y="2552"/>
                    <a:pt x="386" y="2545"/>
                    <a:pt x="393" y="2541"/>
                  </a:cubicBezTo>
                  <a:lnTo>
                    <a:pt x="964" y="2188"/>
                  </a:lnTo>
                  <a:lnTo>
                    <a:pt x="434" y="1767"/>
                  </a:lnTo>
                  <a:cubicBezTo>
                    <a:pt x="428" y="1763"/>
                    <a:pt x="425" y="1755"/>
                    <a:pt x="425" y="1748"/>
                  </a:cubicBezTo>
                  <a:cubicBezTo>
                    <a:pt x="425" y="1741"/>
                    <a:pt x="428" y="1733"/>
                    <a:pt x="434" y="1729"/>
                  </a:cubicBezTo>
                  <a:lnTo>
                    <a:pt x="917" y="1362"/>
                  </a:lnTo>
                  <a:lnTo>
                    <a:pt x="475" y="1011"/>
                  </a:lnTo>
                  <a:cubicBezTo>
                    <a:pt x="469" y="1006"/>
                    <a:pt x="466" y="999"/>
                    <a:pt x="466" y="992"/>
                  </a:cubicBezTo>
                  <a:cubicBezTo>
                    <a:pt x="466" y="984"/>
                    <a:pt x="469" y="977"/>
                    <a:pt x="475" y="973"/>
                  </a:cubicBezTo>
                  <a:lnTo>
                    <a:pt x="878" y="676"/>
                  </a:lnTo>
                  <a:lnTo>
                    <a:pt x="509" y="380"/>
                  </a:lnTo>
                  <a:cubicBezTo>
                    <a:pt x="504" y="375"/>
                    <a:pt x="501" y="369"/>
                    <a:pt x="501" y="362"/>
                  </a:cubicBezTo>
                  <a:cubicBezTo>
                    <a:pt x="501" y="354"/>
                    <a:pt x="504" y="349"/>
                    <a:pt x="508" y="345"/>
                  </a:cubicBezTo>
                  <a:lnTo>
                    <a:pt x="864" y="7"/>
                  </a:lnTo>
                  <a:cubicBezTo>
                    <a:pt x="872" y="-2"/>
                    <a:pt x="887" y="-2"/>
                    <a:pt x="897" y="8"/>
                  </a:cubicBezTo>
                  <a:cubicBezTo>
                    <a:pt x="906" y="17"/>
                    <a:pt x="906" y="32"/>
                    <a:pt x="896" y="42"/>
                  </a:cubicBezTo>
                  <a:lnTo>
                    <a:pt x="559" y="362"/>
                  </a:lnTo>
                  <a:lnTo>
                    <a:pt x="931" y="660"/>
                  </a:lnTo>
                  <a:cubicBezTo>
                    <a:pt x="936" y="664"/>
                    <a:pt x="939" y="670"/>
                    <a:pt x="939" y="678"/>
                  </a:cubicBezTo>
                  <a:cubicBezTo>
                    <a:pt x="939" y="685"/>
                    <a:pt x="936" y="693"/>
                    <a:pt x="931" y="697"/>
                  </a:cubicBezTo>
                  <a:lnTo>
                    <a:pt x="527" y="995"/>
                  </a:lnTo>
                  <a:lnTo>
                    <a:pt x="970" y="1346"/>
                  </a:lnTo>
                  <a:cubicBezTo>
                    <a:pt x="976" y="1350"/>
                    <a:pt x="979" y="1357"/>
                    <a:pt x="979" y="1365"/>
                  </a:cubicBezTo>
                  <a:cubicBezTo>
                    <a:pt x="979" y="1372"/>
                    <a:pt x="976" y="1379"/>
                    <a:pt x="970" y="1384"/>
                  </a:cubicBezTo>
                  <a:lnTo>
                    <a:pt x="486" y="1751"/>
                  </a:lnTo>
                  <a:lnTo>
                    <a:pt x="1017" y="2171"/>
                  </a:lnTo>
                  <a:cubicBezTo>
                    <a:pt x="1022" y="2175"/>
                    <a:pt x="1025" y="2181"/>
                    <a:pt x="1025" y="2189"/>
                  </a:cubicBezTo>
                  <a:cubicBezTo>
                    <a:pt x="1025" y="2196"/>
                    <a:pt x="1021" y="2204"/>
                    <a:pt x="1014" y="2208"/>
                  </a:cubicBezTo>
                  <a:lnTo>
                    <a:pt x="444" y="2560"/>
                  </a:lnTo>
                  <a:lnTo>
                    <a:pt x="1060" y="2994"/>
                  </a:lnTo>
                  <a:cubicBezTo>
                    <a:pt x="1066" y="2998"/>
                    <a:pt x="1070" y="3003"/>
                    <a:pt x="1070" y="3011"/>
                  </a:cubicBezTo>
                  <a:cubicBezTo>
                    <a:pt x="1070" y="3018"/>
                    <a:pt x="1068" y="3026"/>
                    <a:pt x="1062" y="3030"/>
                  </a:cubicBezTo>
                  <a:lnTo>
                    <a:pt x="378" y="3618"/>
                  </a:lnTo>
                  <a:lnTo>
                    <a:pt x="1133" y="4265"/>
                  </a:lnTo>
                  <a:cubicBezTo>
                    <a:pt x="1139" y="4269"/>
                    <a:pt x="1142" y="4275"/>
                    <a:pt x="1142" y="4282"/>
                  </a:cubicBezTo>
                  <a:cubicBezTo>
                    <a:pt x="1142" y="4290"/>
                    <a:pt x="1139" y="4295"/>
                    <a:pt x="1133" y="4300"/>
                  </a:cubicBezTo>
                  <a:lnTo>
                    <a:pt x="303" y="5001"/>
                  </a:lnTo>
                  <a:lnTo>
                    <a:pt x="1216" y="5747"/>
                  </a:lnTo>
                  <a:cubicBezTo>
                    <a:pt x="1222" y="5751"/>
                    <a:pt x="1225" y="5759"/>
                    <a:pt x="1225" y="5766"/>
                  </a:cubicBezTo>
                  <a:cubicBezTo>
                    <a:pt x="1225" y="5774"/>
                    <a:pt x="1221" y="5780"/>
                    <a:pt x="1215" y="5783"/>
                  </a:cubicBezTo>
                  <a:lnTo>
                    <a:pt x="231" y="6418"/>
                  </a:lnTo>
                  <a:lnTo>
                    <a:pt x="1289" y="7081"/>
                  </a:lnTo>
                  <a:cubicBezTo>
                    <a:pt x="1296" y="7086"/>
                    <a:pt x="1301" y="7093"/>
                    <a:pt x="1299" y="7102"/>
                  </a:cubicBezTo>
                  <a:cubicBezTo>
                    <a:pt x="1299" y="7110"/>
                    <a:pt x="1295" y="7118"/>
                    <a:pt x="1288" y="7121"/>
                  </a:cubicBezTo>
                  <a:lnTo>
                    <a:pt x="157" y="7797"/>
                  </a:lnTo>
                  <a:lnTo>
                    <a:pt x="1371" y="8518"/>
                  </a:lnTo>
                  <a:cubicBezTo>
                    <a:pt x="1378" y="8522"/>
                    <a:pt x="1382" y="8530"/>
                    <a:pt x="1382" y="8537"/>
                  </a:cubicBezTo>
                  <a:cubicBezTo>
                    <a:pt x="1382" y="8546"/>
                    <a:pt x="1378" y="8553"/>
                    <a:pt x="1372" y="8557"/>
                  </a:cubicBezTo>
                  <a:lnTo>
                    <a:pt x="74" y="9373"/>
                  </a:lnTo>
                  <a:lnTo>
                    <a:pt x="1451" y="9990"/>
                  </a:lnTo>
                  <a:cubicBezTo>
                    <a:pt x="1462" y="9995"/>
                    <a:pt x="1468" y="10009"/>
                    <a:pt x="1462" y="10020"/>
                  </a:cubicBezTo>
                  <a:cubicBezTo>
                    <a:pt x="1457" y="10030"/>
                    <a:pt x="1449" y="10036"/>
                    <a:pt x="1439" y="1003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21"/>
            <p:cNvSpPr/>
            <p:nvPr/>
          </p:nvSpPr>
          <p:spPr>
            <a:xfrm>
              <a:off x="4150440" y="2053080"/>
              <a:ext cx="1001160" cy="136800"/>
            </a:xfrm>
            <a:custGeom>
              <a:avLst/>
              <a:gdLst/>
              <a:ahLst/>
              <a:cxnLst/>
              <a:rect l="l" t="t" r="r" b="b"/>
              <a:pathLst>
                <a:path w="2781" h="380" extrusionOk="0">
                  <a:moveTo>
                    <a:pt x="1391" y="379"/>
                  </a:moveTo>
                  <a:cubicBezTo>
                    <a:pt x="1390" y="379"/>
                    <a:pt x="1389" y="379"/>
                    <a:pt x="1387" y="379"/>
                  </a:cubicBezTo>
                  <a:lnTo>
                    <a:pt x="19" y="135"/>
                  </a:lnTo>
                  <a:cubicBezTo>
                    <a:pt x="7" y="134"/>
                    <a:pt x="0" y="124"/>
                    <a:pt x="0" y="112"/>
                  </a:cubicBezTo>
                  <a:lnTo>
                    <a:pt x="0" y="23"/>
                  </a:lnTo>
                  <a:cubicBezTo>
                    <a:pt x="0" y="10"/>
                    <a:pt x="10" y="0"/>
                    <a:pt x="23" y="0"/>
                  </a:cubicBezTo>
                  <a:lnTo>
                    <a:pt x="2757" y="0"/>
                  </a:lnTo>
                  <a:cubicBezTo>
                    <a:pt x="2770" y="0"/>
                    <a:pt x="2781" y="10"/>
                    <a:pt x="2781" y="23"/>
                  </a:cubicBezTo>
                  <a:lnTo>
                    <a:pt x="2781" y="113"/>
                  </a:lnTo>
                  <a:cubicBezTo>
                    <a:pt x="2781" y="125"/>
                    <a:pt x="2772" y="134"/>
                    <a:pt x="2762" y="137"/>
                  </a:cubicBezTo>
                  <a:lnTo>
                    <a:pt x="1394" y="380"/>
                  </a:lnTo>
                  <a:cubicBezTo>
                    <a:pt x="1394" y="379"/>
                    <a:pt x="1393" y="379"/>
                    <a:pt x="1391" y="379"/>
                  </a:cubicBezTo>
                  <a:moveTo>
                    <a:pt x="47" y="93"/>
                  </a:moveTo>
                  <a:lnTo>
                    <a:pt x="1391" y="332"/>
                  </a:lnTo>
                  <a:lnTo>
                    <a:pt x="2735" y="93"/>
                  </a:lnTo>
                  <a:lnTo>
                    <a:pt x="2735" y="45"/>
                  </a:lnTo>
                  <a:lnTo>
                    <a:pt x="47" y="45"/>
                  </a:lnTo>
                  <a:lnTo>
                    <a:pt x="47" y="9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21"/>
            <p:cNvSpPr/>
            <p:nvPr/>
          </p:nvSpPr>
          <p:spPr>
            <a:xfrm>
              <a:off x="4150800" y="2053080"/>
              <a:ext cx="429840" cy="184680"/>
            </a:xfrm>
            <a:custGeom>
              <a:avLst/>
              <a:gdLst/>
              <a:ahLst/>
              <a:cxnLst/>
              <a:rect l="l" t="t" r="r" b="b"/>
              <a:pathLst>
                <a:path w="1194" h="513" extrusionOk="0">
                  <a:moveTo>
                    <a:pt x="24" y="513"/>
                  </a:moveTo>
                  <a:cubicBezTo>
                    <a:pt x="11" y="513"/>
                    <a:pt x="0" y="502"/>
                    <a:pt x="0" y="489"/>
                  </a:cubicBezTo>
                  <a:lnTo>
                    <a:pt x="0" y="23"/>
                  </a:lnTo>
                  <a:cubicBezTo>
                    <a:pt x="0" y="14"/>
                    <a:pt x="5" y="7"/>
                    <a:pt x="12" y="3"/>
                  </a:cubicBezTo>
                  <a:cubicBezTo>
                    <a:pt x="19" y="-2"/>
                    <a:pt x="30" y="0"/>
                    <a:pt x="35" y="4"/>
                  </a:cubicBezTo>
                  <a:lnTo>
                    <a:pt x="204" y="118"/>
                  </a:lnTo>
                  <a:lnTo>
                    <a:pt x="429" y="3"/>
                  </a:lnTo>
                  <a:cubicBezTo>
                    <a:pt x="439" y="-2"/>
                    <a:pt x="451" y="0"/>
                    <a:pt x="458" y="8"/>
                  </a:cubicBezTo>
                  <a:lnTo>
                    <a:pt x="596" y="183"/>
                  </a:lnTo>
                  <a:lnTo>
                    <a:pt x="879" y="4"/>
                  </a:lnTo>
                  <a:cubicBezTo>
                    <a:pt x="888" y="-2"/>
                    <a:pt x="901" y="0"/>
                    <a:pt x="908" y="7"/>
                  </a:cubicBezTo>
                  <a:lnTo>
                    <a:pt x="1188" y="301"/>
                  </a:lnTo>
                  <a:cubicBezTo>
                    <a:pt x="1197" y="310"/>
                    <a:pt x="1197" y="325"/>
                    <a:pt x="1186" y="335"/>
                  </a:cubicBezTo>
                  <a:cubicBezTo>
                    <a:pt x="1178" y="344"/>
                    <a:pt x="1163" y="344"/>
                    <a:pt x="1153" y="333"/>
                  </a:cubicBezTo>
                  <a:lnTo>
                    <a:pt x="886" y="52"/>
                  </a:lnTo>
                  <a:lnTo>
                    <a:pt x="602" y="233"/>
                  </a:lnTo>
                  <a:cubicBezTo>
                    <a:pt x="592" y="239"/>
                    <a:pt x="579" y="237"/>
                    <a:pt x="572" y="227"/>
                  </a:cubicBezTo>
                  <a:lnTo>
                    <a:pt x="433" y="51"/>
                  </a:lnTo>
                  <a:lnTo>
                    <a:pt x="215" y="164"/>
                  </a:lnTo>
                  <a:cubicBezTo>
                    <a:pt x="207" y="169"/>
                    <a:pt x="199" y="167"/>
                    <a:pt x="191" y="163"/>
                  </a:cubicBezTo>
                  <a:lnTo>
                    <a:pt x="47" y="65"/>
                  </a:lnTo>
                  <a:lnTo>
                    <a:pt x="47" y="488"/>
                  </a:lnTo>
                  <a:cubicBezTo>
                    <a:pt x="46" y="502"/>
                    <a:pt x="35" y="513"/>
                    <a:pt x="24" y="51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21"/>
            <p:cNvSpPr/>
            <p:nvPr/>
          </p:nvSpPr>
          <p:spPr>
            <a:xfrm>
              <a:off x="4722120" y="2052360"/>
              <a:ext cx="429840" cy="185400"/>
            </a:xfrm>
            <a:custGeom>
              <a:avLst/>
              <a:gdLst/>
              <a:ahLst/>
              <a:cxnLst/>
              <a:rect l="l" t="t" r="r" b="b"/>
              <a:pathLst>
                <a:path w="1194" h="515" extrusionOk="0">
                  <a:moveTo>
                    <a:pt x="1171" y="515"/>
                  </a:moveTo>
                  <a:cubicBezTo>
                    <a:pt x="1158" y="515"/>
                    <a:pt x="1147" y="504"/>
                    <a:pt x="1147" y="491"/>
                  </a:cubicBezTo>
                  <a:lnTo>
                    <a:pt x="1147" y="69"/>
                  </a:lnTo>
                  <a:lnTo>
                    <a:pt x="1004" y="166"/>
                  </a:lnTo>
                  <a:cubicBezTo>
                    <a:pt x="997" y="171"/>
                    <a:pt x="988" y="172"/>
                    <a:pt x="981" y="168"/>
                  </a:cubicBezTo>
                  <a:lnTo>
                    <a:pt x="762" y="54"/>
                  </a:lnTo>
                  <a:lnTo>
                    <a:pt x="624" y="230"/>
                  </a:lnTo>
                  <a:cubicBezTo>
                    <a:pt x="617" y="239"/>
                    <a:pt x="603" y="242"/>
                    <a:pt x="593" y="236"/>
                  </a:cubicBezTo>
                  <a:lnTo>
                    <a:pt x="308" y="54"/>
                  </a:lnTo>
                  <a:lnTo>
                    <a:pt x="41" y="334"/>
                  </a:lnTo>
                  <a:cubicBezTo>
                    <a:pt x="32" y="343"/>
                    <a:pt x="18" y="344"/>
                    <a:pt x="7" y="335"/>
                  </a:cubicBezTo>
                  <a:cubicBezTo>
                    <a:pt x="-1" y="327"/>
                    <a:pt x="-3" y="312"/>
                    <a:pt x="6" y="302"/>
                  </a:cubicBezTo>
                  <a:lnTo>
                    <a:pt x="286" y="8"/>
                  </a:lnTo>
                  <a:cubicBezTo>
                    <a:pt x="293" y="0"/>
                    <a:pt x="306" y="-3"/>
                    <a:pt x="315" y="5"/>
                  </a:cubicBezTo>
                  <a:lnTo>
                    <a:pt x="598" y="184"/>
                  </a:lnTo>
                  <a:lnTo>
                    <a:pt x="736" y="9"/>
                  </a:lnTo>
                  <a:cubicBezTo>
                    <a:pt x="743" y="0"/>
                    <a:pt x="755" y="-3"/>
                    <a:pt x="765" y="3"/>
                  </a:cubicBezTo>
                  <a:lnTo>
                    <a:pt x="990" y="118"/>
                  </a:lnTo>
                  <a:lnTo>
                    <a:pt x="1158" y="5"/>
                  </a:lnTo>
                  <a:cubicBezTo>
                    <a:pt x="1165" y="0"/>
                    <a:pt x="1174" y="-1"/>
                    <a:pt x="1181" y="3"/>
                  </a:cubicBezTo>
                  <a:cubicBezTo>
                    <a:pt x="1188" y="8"/>
                    <a:pt x="1193" y="15"/>
                    <a:pt x="1193" y="24"/>
                  </a:cubicBezTo>
                  <a:lnTo>
                    <a:pt x="1193" y="490"/>
                  </a:lnTo>
                  <a:cubicBezTo>
                    <a:pt x="1194" y="504"/>
                    <a:pt x="1182" y="515"/>
                    <a:pt x="1171" y="5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21"/>
            <p:cNvSpPr/>
            <p:nvPr/>
          </p:nvSpPr>
          <p:spPr>
            <a:xfrm>
              <a:off x="4102200" y="3223800"/>
              <a:ext cx="1098360" cy="148680"/>
            </a:xfrm>
            <a:custGeom>
              <a:avLst/>
              <a:gdLst/>
              <a:ahLst/>
              <a:cxnLst/>
              <a:rect l="l" t="t" r="r" b="b"/>
              <a:pathLst>
                <a:path w="3051" h="413" extrusionOk="0">
                  <a:moveTo>
                    <a:pt x="3028" y="413"/>
                  </a:moveTo>
                  <a:lnTo>
                    <a:pt x="23" y="413"/>
                  </a:lnTo>
                  <a:cubicBezTo>
                    <a:pt x="10" y="413"/>
                    <a:pt x="0" y="403"/>
                    <a:pt x="0" y="389"/>
                  </a:cubicBezTo>
                  <a:lnTo>
                    <a:pt x="0" y="290"/>
                  </a:lnTo>
                  <a:cubicBezTo>
                    <a:pt x="0" y="279"/>
                    <a:pt x="9" y="270"/>
                    <a:pt x="19" y="267"/>
                  </a:cubicBezTo>
                  <a:lnTo>
                    <a:pt x="1521" y="0"/>
                  </a:lnTo>
                  <a:cubicBezTo>
                    <a:pt x="1524" y="0"/>
                    <a:pt x="1527" y="0"/>
                    <a:pt x="1530" y="0"/>
                  </a:cubicBezTo>
                  <a:lnTo>
                    <a:pt x="3031" y="267"/>
                  </a:lnTo>
                  <a:cubicBezTo>
                    <a:pt x="3043" y="268"/>
                    <a:pt x="3050" y="279"/>
                    <a:pt x="3050" y="290"/>
                  </a:cubicBezTo>
                  <a:lnTo>
                    <a:pt x="3050" y="389"/>
                  </a:lnTo>
                  <a:cubicBezTo>
                    <a:pt x="3051" y="403"/>
                    <a:pt x="3040" y="413"/>
                    <a:pt x="3028" y="413"/>
                  </a:cubicBezTo>
                  <a:moveTo>
                    <a:pt x="47" y="368"/>
                  </a:moveTo>
                  <a:lnTo>
                    <a:pt x="3005" y="368"/>
                  </a:lnTo>
                  <a:lnTo>
                    <a:pt x="3005" y="311"/>
                  </a:lnTo>
                  <a:lnTo>
                    <a:pt x="1525" y="48"/>
                  </a:lnTo>
                  <a:lnTo>
                    <a:pt x="45" y="311"/>
                  </a:lnTo>
                  <a:lnTo>
                    <a:pt x="45" y="368"/>
                  </a:lnTo>
                  <a:lnTo>
                    <a:pt x="47" y="36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21"/>
            <p:cNvSpPr/>
            <p:nvPr/>
          </p:nvSpPr>
          <p:spPr>
            <a:xfrm>
              <a:off x="4102200" y="3249720"/>
              <a:ext cx="416520" cy="279360"/>
            </a:xfrm>
            <a:custGeom>
              <a:avLst/>
              <a:gdLst/>
              <a:ahLst/>
              <a:cxnLst/>
              <a:rect l="l" t="t" r="r" b="b"/>
              <a:pathLst>
                <a:path w="1157" h="776" extrusionOk="0">
                  <a:moveTo>
                    <a:pt x="23" y="776"/>
                  </a:moveTo>
                  <a:cubicBezTo>
                    <a:pt x="10" y="776"/>
                    <a:pt x="0" y="766"/>
                    <a:pt x="0" y="753"/>
                  </a:cubicBezTo>
                  <a:lnTo>
                    <a:pt x="0" y="317"/>
                  </a:lnTo>
                  <a:cubicBezTo>
                    <a:pt x="0" y="309"/>
                    <a:pt x="4" y="301"/>
                    <a:pt x="12" y="297"/>
                  </a:cubicBezTo>
                  <a:lnTo>
                    <a:pt x="229" y="173"/>
                  </a:lnTo>
                  <a:cubicBezTo>
                    <a:pt x="236" y="169"/>
                    <a:pt x="245" y="169"/>
                    <a:pt x="252" y="173"/>
                  </a:cubicBezTo>
                  <a:lnTo>
                    <a:pt x="452" y="288"/>
                  </a:lnTo>
                  <a:lnTo>
                    <a:pt x="629" y="93"/>
                  </a:lnTo>
                  <a:cubicBezTo>
                    <a:pt x="634" y="89"/>
                    <a:pt x="640" y="86"/>
                    <a:pt x="645" y="86"/>
                  </a:cubicBezTo>
                  <a:cubicBezTo>
                    <a:pt x="651" y="86"/>
                    <a:pt x="657" y="87"/>
                    <a:pt x="661" y="92"/>
                  </a:cubicBezTo>
                  <a:lnTo>
                    <a:pt x="873" y="285"/>
                  </a:lnTo>
                  <a:lnTo>
                    <a:pt x="1117" y="7"/>
                  </a:lnTo>
                  <a:cubicBezTo>
                    <a:pt x="1126" y="-3"/>
                    <a:pt x="1141" y="-3"/>
                    <a:pt x="1150" y="6"/>
                  </a:cubicBezTo>
                  <a:cubicBezTo>
                    <a:pt x="1160" y="14"/>
                    <a:pt x="1160" y="29"/>
                    <a:pt x="1151" y="38"/>
                  </a:cubicBezTo>
                  <a:lnTo>
                    <a:pt x="890" y="335"/>
                  </a:lnTo>
                  <a:cubicBezTo>
                    <a:pt x="886" y="339"/>
                    <a:pt x="880" y="342"/>
                    <a:pt x="874" y="342"/>
                  </a:cubicBezTo>
                  <a:cubicBezTo>
                    <a:pt x="868" y="342"/>
                    <a:pt x="863" y="341"/>
                    <a:pt x="857" y="336"/>
                  </a:cubicBezTo>
                  <a:lnTo>
                    <a:pt x="645" y="143"/>
                  </a:lnTo>
                  <a:lnTo>
                    <a:pt x="471" y="335"/>
                  </a:lnTo>
                  <a:cubicBezTo>
                    <a:pt x="463" y="344"/>
                    <a:pt x="452" y="345"/>
                    <a:pt x="441" y="339"/>
                  </a:cubicBezTo>
                  <a:lnTo>
                    <a:pt x="237" y="221"/>
                  </a:lnTo>
                  <a:lnTo>
                    <a:pt x="44" y="332"/>
                  </a:lnTo>
                  <a:lnTo>
                    <a:pt x="44" y="753"/>
                  </a:lnTo>
                  <a:cubicBezTo>
                    <a:pt x="47" y="766"/>
                    <a:pt x="35" y="776"/>
                    <a:pt x="23" y="77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21"/>
            <p:cNvSpPr/>
            <p:nvPr/>
          </p:nvSpPr>
          <p:spPr>
            <a:xfrm>
              <a:off x="4783320" y="3249360"/>
              <a:ext cx="416880" cy="279720"/>
            </a:xfrm>
            <a:custGeom>
              <a:avLst/>
              <a:gdLst/>
              <a:ahLst/>
              <a:cxnLst/>
              <a:rect l="l" t="t" r="r" b="b"/>
              <a:pathLst>
                <a:path w="1158" h="777" extrusionOk="0">
                  <a:moveTo>
                    <a:pt x="1136" y="777"/>
                  </a:moveTo>
                  <a:cubicBezTo>
                    <a:pt x="1123" y="777"/>
                    <a:pt x="1113" y="767"/>
                    <a:pt x="1113" y="754"/>
                  </a:cubicBezTo>
                  <a:lnTo>
                    <a:pt x="1113" y="333"/>
                  </a:lnTo>
                  <a:lnTo>
                    <a:pt x="920" y="222"/>
                  </a:lnTo>
                  <a:lnTo>
                    <a:pt x="716" y="340"/>
                  </a:lnTo>
                  <a:cubicBezTo>
                    <a:pt x="707" y="346"/>
                    <a:pt x="694" y="343"/>
                    <a:pt x="687" y="336"/>
                  </a:cubicBezTo>
                  <a:lnTo>
                    <a:pt x="512" y="144"/>
                  </a:lnTo>
                  <a:lnTo>
                    <a:pt x="301" y="336"/>
                  </a:lnTo>
                  <a:cubicBezTo>
                    <a:pt x="296" y="340"/>
                    <a:pt x="291" y="342"/>
                    <a:pt x="283" y="342"/>
                  </a:cubicBezTo>
                  <a:cubicBezTo>
                    <a:pt x="278" y="342"/>
                    <a:pt x="272" y="339"/>
                    <a:pt x="267" y="334"/>
                  </a:cubicBezTo>
                  <a:lnTo>
                    <a:pt x="6" y="37"/>
                  </a:lnTo>
                  <a:cubicBezTo>
                    <a:pt x="-2" y="27"/>
                    <a:pt x="-1" y="12"/>
                    <a:pt x="8" y="5"/>
                  </a:cubicBezTo>
                  <a:cubicBezTo>
                    <a:pt x="18" y="-4"/>
                    <a:pt x="33" y="-2"/>
                    <a:pt x="40" y="7"/>
                  </a:cubicBezTo>
                  <a:lnTo>
                    <a:pt x="285" y="285"/>
                  </a:lnTo>
                  <a:lnTo>
                    <a:pt x="496" y="91"/>
                  </a:lnTo>
                  <a:cubicBezTo>
                    <a:pt x="500" y="87"/>
                    <a:pt x="506" y="85"/>
                    <a:pt x="512" y="85"/>
                  </a:cubicBezTo>
                  <a:cubicBezTo>
                    <a:pt x="518" y="85"/>
                    <a:pt x="524" y="88"/>
                    <a:pt x="528" y="93"/>
                  </a:cubicBezTo>
                  <a:lnTo>
                    <a:pt x="706" y="288"/>
                  </a:lnTo>
                  <a:lnTo>
                    <a:pt x="906" y="173"/>
                  </a:lnTo>
                  <a:cubicBezTo>
                    <a:pt x="913" y="168"/>
                    <a:pt x="922" y="168"/>
                    <a:pt x="929" y="173"/>
                  </a:cubicBezTo>
                  <a:lnTo>
                    <a:pt x="1145" y="297"/>
                  </a:lnTo>
                  <a:cubicBezTo>
                    <a:pt x="1152" y="301"/>
                    <a:pt x="1157" y="308"/>
                    <a:pt x="1157" y="317"/>
                  </a:cubicBezTo>
                  <a:lnTo>
                    <a:pt x="1157" y="753"/>
                  </a:lnTo>
                  <a:cubicBezTo>
                    <a:pt x="1159" y="767"/>
                    <a:pt x="1148" y="777"/>
                    <a:pt x="1136" y="77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21"/>
            <p:cNvSpPr/>
            <p:nvPr/>
          </p:nvSpPr>
          <p:spPr>
            <a:xfrm>
              <a:off x="3900240" y="2660760"/>
              <a:ext cx="1501920" cy="163800"/>
            </a:xfrm>
            <a:custGeom>
              <a:avLst/>
              <a:gdLst/>
              <a:ahLst/>
              <a:cxnLst/>
              <a:rect l="l" t="t" r="r" b="b"/>
              <a:pathLst>
                <a:path w="4172" h="455" extrusionOk="0">
                  <a:moveTo>
                    <a:pt x="4149" y="455"/>
                  </a:moveTo>
                  <a:lnTo>
                    <a:pt x="23" y="455"/>
                  </a:lnTo>
                  <a:cubicBezTo>
                    <a:pt x="10" y="455"/>
                    <a:pt x="0" y="445"/>
                    <a:pt x="0" y="432"/>
                  </a:cubicBezTo>
                  <a:lnTo>
                    <a:pt x="0" y="296"/>
                  </a:lnTo>
                  <a:cubicBezTo>
                    <a:pt x="0" y="285"/>
                    <a:pt x="9" y="274"/>
                    <a:pt x="20" y="273"/>
                  </a:cubicBezTo>
                  <a:lnTo>
                    <a:pt x="2084" y="0"/>
                  </a:lnTo>
                  <a:cubicBezTo>
                    <a:pt x="2085" y="0"/>
                    <a:pt x="2088" y="0"/>
                    <a:pt x="2089" y="0"/>
                  </a:cubicBezTo>
                  <a:lnTo>
                    <a:pt x="4152" y="273"/>
                  </a:lnTo>
                  <a:cubicBezTo>
                    <a:pt x="4163" y="274"/>
                    <a:pt x="4172" y="285"/>
                    <a:pt x="4172" y="296"/>
                  </a:cubicBezTo>
                  <a:lnTo>
                    <a:pt x="4172" y="432"/>
                  </a:lnTo>
                  <a:cubicBezTo>
                    <a:pt x="4172" y="445"/>
                    <a:pt x="4162" y="455"/>
                    <a:pt x="4149" y="455"/>
                  </a:cubicBezTo>
                  <a:moveTo>
                    <a:pt x="47" y="408"/>
                  </a:moveTo>
                  <a:lnTo>
                    <a:pt x="4125" y="408"/>
                  </a:lnTo>
                  <a:lnTo>
                    <a:pt x="4125" y="317"/>
                  </a:lnTo>
                  <a:lnTo>
                    <a:pt x="2086" y="47"/>
                  </a:lnTo>
                  <a:lnTo>
                    <a:pt x="47" y="317"/>
                  </a:lnTo>
                  <a:lnTo>
                    <a:pt x="47" y="40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21"/>
            <p:cNvSpPr/>
            <p:nvPr/>
          </p:nvSpPr>
          <p:spPr>
            <a:xfrm>
              <a:off x="3900240" y="2675160"/>
              <a:ext cx="650880" cy="278280"/>
            </a:xfrm>
            <a:custGeom>
              <a:avLst/>
              <a:gdLst/>
              <a:ahLst/>
              <a:cxnLst/>
              <a:rect l="l" t="t" r="r" b="b"/>
              <a:pathLst>
                <a:path w="1808" h="773" extrusionOk="0">
                  <a:moveTo>
                    <a:pt x="23" y="773"/>
                  </a:moveTo>
                  <a:cubicBezTo>
                    <a:pt x="10" y="773"/>
                    <a:pt x="0" y="762"/>
                    <a:pt x="0" y="749"/>
                  </a:cubicBezTo>
                  <a:lnTo>
                    <a:pt x="0" y="256"/>
                  </a:lnTo>
                  <a:cubicBezTo>
                    <a:pt x="0" y="248"/>
                    <a:pt x="4" y="240"/>
                    <a:pt x="12" y="236"/>
                  </a:cubicBezTo>
                  <a:cubicBezTo>
                    <a:pt x="19" y="231"/>
                    <a:pt x="28" y="231"/>
                    <a:pt x="35" y="236"/>
                  </a:cubicBezTo>
                  <a:lnTo>
                    <a:pt x="267" y="364"/>
                  </a:lnTo>
                  <a:lnTo>
                    <a:pt x="526" y="169"/>
                  </a:lnTo>
                  <a:cubicBezTo>
                    <a:pt x="535" y="163"/>
                    <a:pt x="545" y="163"/>
                    <a:pt x="554" y="169"/>
                  </a:cubicBezTo>
                  <a:lnTo>
                    <a:pt x="822" y="363"/>
                  </a:lnTo>
                  <a:lnTo>
                    <a:pt x="1126" y="92"/>
                  </a:lnTo>
                  <a:cubicBezTo>
                    <a:pt x="1135" y="84"/>
                    <a:pt x="1148" y="84"/>
                    <a:pt x="1157" y="92"/>
                  </a:cubicBezTo>
                  <a:lnTo>
                    <a:pt x="1460" y="360"/>
                  </a:lnTo>
                  <a:lnTo>
                    <a:pt x="1769" y="9"/>
                  </a:lnTo>
                  <a:cubicBezTo>
                    <a:pt x="1778" y="-2"/>
                    <a:pt x="1792" y="-2"/>
                    <a:pt x="1801" y="7"/>
                  </a:cubicBezTo>
                  <a:cubicBezTo>
                    <a:pt x="1811" y="16"/>
                    <a:pt x="1811" y="30"/>
                    <a:pt x="1802" y="39"/>
                  </a:cubicBezTo>
                  <a:lnTo>
                    <a:pt x="1479" y="408"/>
                  </a:lnTo>
                  <a:cubicBezTo>
                    <a:pt x="1475" y="412"/>
                    <a:pt x="1469" y="415"/>
                    <a:pt x="1463" y="415"/>
                  </a:cubicBezTo>
                  <a:cubicBezTo>
                    <a:pt x="1457" y="415"/>
                    <a:pt x="1451" y="414"/>
                    <a:pt x="1445" y="409"/>
                  </a:cubicBezTo>
                  <a:lnTo>
                    <a:pt x="1141" y="140"/>
                  </a:lnTo>
                  <a:lnTo>
                    <a:pt x="838" y="409"/>
                  </a:lnTo>
                  <a:cubicBezTo>
                    <a:pt x="829" y="417"/>
                    <a:pt x="817" y="417"/>
                    <a:pt x="809" y="411"/>
                  </a:cubicBezTo>
                  <a:lnTo>
                    <a:pt x="539" y="217"/>
                  </a:lnTo>
                  <a:lnTo>
                    <a:pt x="281" y="411"/>
                  </a:lnTo>
                  <a:cubicBezTo>
                    <a:pt x="274" y="417"/>
                    <a:pt x="264" y="417"/>
                    <a:pt x="256" y="412"/>
                  </a:cubicBezTo>
                  <a:lnTo>
                    <a:pt x="45" y="296"/>
                  </a:lnTo>
                  <a:lnTo>
                    <a:pt x="45" y="749"/>
                  </a:lnTo>
                  <a:cubicBezTo>
                    <a:pt x="47" y="762"/>
                    <a:pt x="36" y="773"/>
                    <a:pt x="23" y="7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21"/>
            <p:cNvSpPr/>
            <p:nvPr/>
          </p:nvSpPr>
          <p:spPr>
            <a:xfrm>
              <a:off x="3899880" y="2691720"/>
              <a:ext cx="643320" cy="132840"/>
            </a:xfrm>
            <a:custGeom>
              <a:avLst/>
              <a:gdLst/>
              <a:ahLst/>
              <a:cxnLst/>
              <a:rect l="l" t="t" r="r" b="b"/>
              <a:pathLst>
                <a:path w="1787" h="369" extrusionOk="0">
                  <a:moveTo>
                    <a:pt x="24" y="369"/>
                  </a:moveTo>
                  <a:cubicBezTo>
                    <a:pt x="17" y="369"/>
                    <a:pt x="10" y="366"/>
                    <a:pt x="5" y="359"/>
                  </a:cubicBezTo>
                  <a:cubicBezTo>
                    <a:pt x="-2" y="349"/>
                    <a:pt x="-1" y="334"/>
                    <a:pt x="11" y="327"/>
                  </a:cubicBezTo>
                  <a:lnTo>
                    <a:pt x="243" y="161"/>
                  </a:lnTo>
                  <a:cubicBezTo>
                    <a:pt x="250" y="155"/>
                    <a:pt x="260" y="155"/>
                    <a:pt x="268" y="159"/>
                  </a:cubicBezTo>
                  <a:lnTo>
                    <a:pt x="539" y="317"/>
                  </a:lnTo>
                  <a:lnTo>
                    <a:pt x="767" y="92"/>
                  </a:lnTo>
                  <a:cubicBezTo>
                    <a:pt x="775" y="85"/>
                    <a:pt x="786" y="83"/>
                    <a:pt x="797" y="89"/>
                  </a:cubicBezTo>
                  <a:lnTo>
                    <a:pt x="1149" y="315"/>
                  </a:lnTo>
                  <a:lnTo>
                    <a:pt x="1422" y="8"/>
                  </a:lnTo>
                  <a:cubicBezTo>
                    <a:pt x="1426" y="3"/>
                    <a:pt x="1432" y="0"/>
                    <a:pt x="1438" y="0"/>
                  </a:cubicBezTo>
                  <a:cubicBezTo>
                    <a:pt x="1443" y="0"/>
                    <a:pt x="1451" y="3"/>
                    <a:pt x="1455" y="8"/>
                  </a:cubicBezTo>
                  <a:lnTo>
                    <a:pt x="1781" y="330"/>
                  </a:lnTo>
                  <a:cubicBezTo>
                    <a:pt x="1790" y="338"/>
                    <a:pt x="1790" y="353"/>
                    <a:pt x="1781" y="363"/>
                  </a:cubicBezTo>
                  <a:cubicBezTo>
                    <a:pt x="1773" y="372"/>
                    <a:pt x="1758" y="372"/>
                    <a:pt x="1748" y="363"/>
                  </a:cubicBezTo>
                  <a:lnTo>
                    <a:pt x="1439" y="57"/>
                  </a:lnTo>
                  <a:lnTo>
                    <a:pt x="1170" y="362"/>
                  </a:lnTo>
                  <a:cubicBezTo>
                    <a:pt x="1162" y="371"/>
                    <a:pt x="1149" y="372"/>
                    <a:pt x="1140" y="366"/>
                  </a:cubicBezTo>
                  <a:lnTo>
                    <a:pt x="786" y="140"/>
                  </a:lnTo>
                  <a:lnTo>
                    <a:pt x="558" y="362"/>
                  </a:lnTo>
                  <a:cubicBezTo>
                    <a:pt x="550" y="369"/>
                    <a:pt x="539" y="371"/>
                    <a:pt x="530" y="365"/>
                  </a:cubicBezTo>
                  <a:lnTo>
                    <a:pt x="256" y="206"/>
                  </a:lnTo>
                  <a:lnTo>
                    <a:pt x="37" y="363"/>
                  </a:lnTo>
                  <a:cubicBezTo>
                    <a:pt x="33" y="368"/>
                    <a:pt x="29" y="369"/>
                    <a:pt x="24" y="36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21"/>
            <p:cNvSpPr/>
            <p:nvPr/>
          </p:nvSpPr>
          <p:spPr>
            <a:xfrm>
              <a:off x="4750920" y="2675520"/>
              <a:ext cx="651240" cy="277920"/>
            </a:xfrm>
            <a:custGeom>
              <a:avLst/>
              <a:gdLst/>
              <a:ahLst/>
              <a:cxnLst/>
              <a:rect l="l" t="t" r="r" b="b"/>
              <a:pathLst>
                <a:path w="1809" h="772" extrusionOk="0">
                  <a:moveTo>
                    <a:pt x="1786" y="772"/>
                  </a:moveTo>
                  <a:cubicBezTo>
                    <a:pt x="1773" y="772"/>
                    <a:pt x="1762" y="761"/>
                    <a:pt x="1762" y="748"/>
                  </a:cubicBezTo>
                  <a:lnTo>
                    <a:pt x="1762" y="295"/>
                  </a:lnTo>
                  <a:lnTo>
                    <a:pt x="1551" y="411"/>
                  </a:lnTo>
                  <a:cubicBezTo>
                    <a:pt x="1542" y="416"/>
                    <a:pt x="1534" y="416"/>
                    <a:pt x="1526" y="410"/>
                  </a:cubicBezTo>
                  <a:lnTo>
                    <a:pt x="1268" y="216"/>
                  </a:lnTo>
                  <a:lnTo>
                    <a:pt x="1000" y="410"/>
                  </a:lnTo>
                  <a:cubicBezTo>
                    <a:pt x="991" y="416"/>
                    <a:pt x="979" y="416"/>
                    <a:pt x="971" y="408"/>
                  </a:cubicBezTo>
                  <a:lnTo>
                    <a:pt x="668" y="139"/>
                  </a:lnTo>
                  <a:lnTo>
                    <a:pt x="363" y="408"/>
                  </a:lnTo>
                  <a:cubicBezTo>
                    <a:pt x="359" y="413"/>
                    <a:pt x="353" y="414"/>
                    <a:pt x="346" y="414"/>
                  </a:cubicBezTo>
                  <a:cubicBezTo>
                    <a:pt x="340" y="414"/>
                    <a:pt x="334" y="411"/>
                    <a:pt x="330" y="407"/>
                  </a:cubicBezTo>
                  <a:lnTo>
                    <a:pt x="6" y="38"/>
                  </a:lnTo>
                  <a:cubicBezTo>
                    <a:pt x="-3" y="28"/>
                    <a:pt x="-1" y="13"/>
                    <a:pt x="8" y="6"/>
                  </a:cubicBezTo>
                  <a:cubicBezTo>
                    <a:pt x="18" y="-3"/>
                    <a:pt x="32" y="-1"/>
                    <a:pt x="40" y="8"/>
                  </a:cubicBezTo>
                  <a:lnTo>
                    <a:pt x="349" y="359"/>
                  </a:lnTo>
                  <a:lnTo>
                    <a:pt x="652" y="91"/>
                  </a:lnTo>
                  <a:cubicBezTo>
                    <a:pt x="660" y="83"/>
                    <a:pt x="673" y="83"/>
                    <a:pt x="682" y="91"/>
                  </a:cubicBezTo>
                  <a:lnTo>
                    <a:pt x="987" y="362"/>
                  </a:lnTo>
                  <a:lnTo>
                    <a:pt x="1254" y="168"/>
                  </a:lnTo>
                  <a:cubicBezTo>
                    <a:pt x="1263" y="162"/>
                    <a:pt x="1273" y="162"/>
                    <a:pt x="1282" y="168"/>
                  </a:cubicBezTo>
                  <a:lnTo>
                    <a:pt x="1541" y="363"/>
                  </a:lnTo>
                  <a:lnTo>
                    <a:pt x="1773" y="235"/>
                  </a:lnTo>
                  <a:cubicBezTo>
                    <a:pt x="1780" y="230"/>
                    <a:pt x="1789" y="230"/>
                    <a:pt x="1796" y="235"/>
                  </a:cubicBezTo>
                  <a:cubicBezTo>
                    <a:pt x="1803" y="239"/>
                    <a:pt x="1808" y="247"/>
                    <a:pt x="1808" y="255"/>
                  </a:cubicBezTo>
                  <a:lnTo>
                    <a:pt x="1808" y="748"/>
                  </a:lnTo>
                  <a:cubicBezTo>
                    <a:pt x="1809" y="761"/>
                    <a:pt x="1799" y="772"/>
                    <a:pt x="1786" y="77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21"/>
            <p:cNvSpPr/>
            <p:nvPr/>
          </p:nvSpPr>
          <p:spPr>
            <a:xfrm>
              <a:off x="4759200" y="2691720"/>
              <a:ext cx="642960" cy="132840"/>
            </a:xfrm>
            <a:custGeom>
              <a:avLst/>
              <a:gdLst/>
              <a:ahLst/>
              <a:cxnLst/>
              <a:rect l="l" t="t" r="r" b="b"/>
              <a:pathLst>
                <a:path w="1786" h="369" extrusionOk="0">
                  <a:moveTo>
                    <a:pt x="1763" y="369"/>
                  </a:moveTo>
                  <a:cubicBezTo>
                    <a:pt x="1758" y="369"/>
                    <a:pt x="1754" y="368"/>
                    <a:pt x="1750" y="365"/>
                  </a:cubicBezTo>
                  <a:lnTo>
                    <a:pt x="1531" y="207"/>
                  </a:lnTo>
                  <a:lnTo>
                    <a:pt x="1257" y="366"/>
                  </a:lnTo>
                  <a:cubicBezTo>
                    <a:pt x="1248" y="372"/>
                    <a:pt x="1237" y="371"/>
                    <a:pt x="1229" y="363"/>
                  </a:cubicBezTo>
                  <a:lnTo>
                    <a:pt x="1002" y="140"/>
                  </a:lnTo>
                  <a:lnTo>
                    <a:pt x="648" y="366"/>
                  </a:lnTo>
                  <a:cubicBezTo>
                    <a:pt x="637" y="372"/>
                    <a:pt x="626" y="371"/>
                    <a:pt x="618" y="362"/>
                  </a:cubicBezTo>
                  <a:lnTo>
                    <a:pt x="349" y="57"/>
                  </a:lnTo>
                  <a:lnTo>
                    <a:pt x="40" y="363"/>
                  </a:lnTo>
                  <a:cubicBezTo>
                    <a:pt x="31" y="372"/>
                    <a:pt x="17" y="372"/>
                    <a:pt x="6" y="363"/>
                  </a:cubicBezTo>
                  <a:cubicBezTo>
                    <a:pt x="-2" y="355"/>
                    <a:pt x="-2" y="340"/>
                    <a:pt x="6" y="330"/>
                  </a:cubicBezTo>
                  <a:lnTo>
                    <a:pt x="333" y="8"/>
                  </a:lnTo>
                  <a:cubicBezTo>
                    <a:pt x="337" y="3"/>
                    <a:pt x="343" y="0"/>
                    <a:pt x="350" y="0"/>
                  </a:cubicBezTo>
                  <a:cubicBezTo>
                    <a:pt x="356" y="0"/>
                    <a:pt x="362" y="3"/>
                    <a:pt x="366" y="8"/>
                  </a:cubicBezTo>
                  <a:lnTo>
                    <a:pt x="639" y="315"/>
                  </a:lnTo>
                  <a:lnTo>
                    <a:pt x="991" y="89"/>
                  </a:lnTo>
                  <a:cubicBezTo>
                    <a:pt x="1000" y="83"/>
                    <a:pt x="1012" y="85"/>
                    <a:pt x="1021" y="92"/>
                  </a:cubicBezTo>
                  <a:lnTo>
                    <a:pt x="1248" y="317"/>
                  </a:lnTo>
                  <a:lnTo>
                    <a:pt x="1519" y="159"/>
                  </a:lnTo>
                  <a:cubicBezTo>
                    <a:pt x="1527" y="155"/>
                    <a:pt x="1537" y="155"/>
                    <a:pt x="1544" y="161"/>
                  </a:cubicBezTo>
                  <a:lnTo>
                    <a:pt x="1776" y="327"/>
                  </a:lnTo>
                  <a:cubicBezTo>
                    <a:pt x="1786" y="334"/>
                    <a:pt x="1789" y="349"/>
                    <a:pt x="1782" y="359"/>
                  </a:cubicBezTo>
                  <a:cubicBezTo>
                    <a:pt x="1777" y="365"/>
                    <a:pt x="1770" y="369"/>
                    <a:pt x="1763" y="36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9" name="Google Shape;289;p21"/>
          <p:cNvGrpSpPr/>
          <p:nvPr/>
        </p:nvGrpSpPr>
        <p:grpSpPr>
          <a:xfrm flipH="1">
            <a:off x="-5250" y="148063"/>
            <a:ext cx="9154500" cy="5000675"/>
            <a:chOff x="-5250" y="148063"/>
            <a:chExt cx="9154500" cy="5000675"/>
          </a:xfrm>
        </p:grpSpPr>
        <p:cxnSp>
          <p:nvCxnSpPr>
            <p:cNvPr id="290" name="Google Shape;290;p21"/>
            <p:cNvCxnSpPr/>
            <p:nvPr/>
          </p:nvCxnSpPr>
          <p:spPr>
            <a:xfrm>
              <a:off x="-5250" y="264463"/>
              <a:ext cx="9154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1" name="Google Shape;291;p21"/>
            <p:cNvCxnSpPr/>
            <p:nvPr/>
          </p:nvCxnSpPr>
          <p:spPr>
            <a:xfrm>
              <a:off x="8787425" y="259338"/>
              <a:ext cx="0" cy="4889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92" name="Google Shape;292;p21"/>
            <p:cNvSpPr/>
            <p:nvPr/>
          </p:nvSpPr>
          <p:spPr>
            <a:xfrm>
              <a:off x="488125" y="211663"/>
              <a:ext cx="723600" cy="1056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stok Web"/>
                <a:ea typeface="Istok Web"/>
                <a:cs typeface="Istok Web"/>
                <a:sym typeface="Istok Web"/>
              </a:endParaRPr>
            </a:p>
          </p:txBody>
        </p:sp>
        <p:sp>
          <p:nvSpPr>
            <p:cNvPr id="293" name="Google Shape;293;p21"/>
            <p:cNvSpPr/>
            <p:nvPr/>
          </p:nvSpPr>
          <p:spPr>
            <a:xfrm>
              <a:off x="8671025" y="148063"/>
              <a:ext cx="232800" cy="2328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stok Web"/>
                <a:ea typeface="Istok Web"/>
                <a:cs typeface="Istok Web"/>
                <a:sym typeface="Istok Web"/>
              </a:endParaRPr>
            </a:p>
          </p:txBody>
        </p:sp>
        <p:sp>
          <p:nvSpPr>
            <p:cNvPr id="294" name="Google Shape;294;p21"/>
            <p:cNvSpPr/>
            <p:nvPr/>
          </p:nvSpPr>
          <p:spPr>
            <a:xfrm>
              <a:off x="8701325" y="4706538"/>
              <a:ext cx="172200" cy="1722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stok Web"/>
                <a:ea typeface="Istok Web"/>
                <a:cs typeface="Istok Web"/>
                <a:sym typeface="Istok Web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p22"/>
          <p:cNvPicPr preferRelativeResize="0"/>
          <p:nvPr/>
        </p:nvPicPr>
        <p:blipFill rotWithShape="1">
          <a:blip r:embed="rId2">
            <a:alphaModFix amt="69000"/>
          </a:blip>
          <a:srcRect/>
          <a:stretch/>
        </p:blipFill>
        <p:spPr>
          <a:xfrm>
            <a:off x="0" y="0"/>
            <a:ext cx="9144000" cy="51435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7" name="Google Shape;297;p22"/>
          <p:cNvGrpSpPr/>
          <p:nvPr/>
        </p:nvGrpSpPr>
        <p:grpSpPr>
          <a:xfrm>
            <a:off x="-5250" y="148063"/>
            <a:ext cx="9154500" cy="5000675"/>
            <a:chOff x="-5250" y="148063"/>
            <a:chExt cx="9154500" cy="5000675"/>
          </a:xfrm>
        </p:grpSpPr>
        <p:cxnSp>
          <p:nvCxnSpPr>
            <p:cNvPr id="298" name="Google Shape;298;p22"/>
            <p:cNvCxnSpPr/>
            <p:nvPr/>
          </p:nvCxnSpPr>
          <p:spPr>
            <a:xfrm>
              <a:off x="-5250" y="264463"/>
              <a:ext cx="9154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9" name="Google Shape;299;p22"/>
            <p:cNvCxnSpPr/>
            <p:nvPr/>
          </p:nvCxnSpPr>
          <p:spPr>
            <a:xfrm>
              <a:off x="8787425" y="259338"/>
              <a:ext cx="0" cy="4889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00" name="Google Shape;300;p22"/>
            <p:cNvSpPr/>
            <p:nvPr/>
          </p:nvSpPr>
          <p:spPr>
            <a:xfrm>
              <a:off x="488125" y="211663"/>
              <a:ext cx="723600" cy="1056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stok Web"/>
                <a:ea typeface="Istok Web"/>
                <a:cs typeface="Istok Web"/>
                <a:sym typeface="Istok Web"/>
              </a:endParaRPr>
            </a:p>
          </p:txBody>
        </p:sp>
        <p:sp>
          <p:nvSpPr>
            <p:cNvPr id="301" name="Google Shape;301;p22"/>
            <p:cNvSpPr/>
            <p:nvPr/>
          </p:nvSpPr>
          <p:spPr>
            <a:xfrm>
              <a:off x="8671025" y="148063"/>
              <a:ext cx="232800" cy="2328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stok Web"/>
                <a:ea typeface="Istok Web"/>
                <a:cs typeface="Istok Web"/>
                <a:sym typeface="Istok Web"/>
              </a:endParaRPr>
            </a:p>
          </p:txBody>
        </p:sp>
        <p:sp>
          <p:nvSpPr>
            <p:cNvPr id="302" name="Google Shape;302;p22"/>
            <p:cNvSpPr/>
            <p:nvPr/>
          </p:nvSpPr>
          <p:spPr>
            <a:xfrm>
              <a:off x="8701325" y="4706538"/>
              <a:ext cx="172200" cy="1722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stok Web"/>
                <a:ea typeface="Istok Web"/>
                <a:cs typeface="Istok Web"/>
                <a:sym typeface="Istok Web"/>
              </a:endParaRPr>
            </a:p>
          </p:txBody>
        </p:sp>
      </p:grpSp>
      <p:sp>
        <p:nvSpPr>
          <p:cNvPr id="303" name="Google Shape;303;p22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04" name="Google Shape;304;p22"/>
          <p:cNvSpPr txBox="1">
            <a:spLocks noGrp="1"/>
          </p:cNvSpPr>
          <p:nvPr>
            <p:ph type="subTitle" idx="1"/>
          </p:nvPr>
        </p:nvSpPr>
        <p:spPr>
          <a:xfrm>
            <a:off x="937625" y="2923063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5" name="Google Shape;305;p22"/>
          <p:cNvSpPr txBox="1">
            <a:spLocks noGrp="1"/>
          </p:cNvSpPr>
          <p:nvPr>
            <p:ph type="subTitle" idx="2"/>
          </p:nvPr>
        </p:nvSpPr>
        <p:spPr>
          <a:xfrm>
            <a:off x="3484347" y="2923063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6" name="Google Shape;306;p22"/>
          <p:cNvSpPr txBox="1">
            <a:spLocks noGrp="1"/>
          </p:cNvSpPr>
          <p:nvPr>
            <p:ph type="subTitle" idx="3"/>
          </p:nvPr>
        </p:nvSpPr>
        <p:spPr>
          <a:xfrm>
            <a:off x="6031074" y="2923063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7" name="Google Shape;307;p22"/>
          <p:cNvSpPr txBox="1">
            <a:spLocks noGrp="1"/>
          </p:cNvSpPr>
          <p:nvPr>
            <p:ph type="subTitle" idx="4"/>
          </p:nvPr>
        </p:nvSpPr>
        <p:spPr>
          <a:xfrm>
            <a:off x="937625" y="2518785"/>
            <a:ext cx="21753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>
            <a:endParaRPr/>
          </a:p>
        </p:txBody>
      </p:sp>
      <p:sp>
        <p:nvSpPr>
          <p:cNvPr id="308" name="Google Shape;308;p22"/>
          <p:cNvSpPr txBox="1">
            <a:spLocks noGrp="1"/>
          </p:cNvSpPr>
          <p:nvPr>
            <p:ph type="subTitle" idx="5"/>
          </p:nvPr>
        </p:nvSpPr>
        <p:spPr>
          <a:xfrm>
            <a:off x="3484350" y="2518785"/>
            <a:ext cx="21753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>
            <a:endParaRPr/>
          </a:p>
        </p:txBody>
      </p:sp>
      <p:sp>
        <p:nvSpPr>
          <p:cNvPr id="309" name="Google Shape;309;p22"/>
          <p:cNvSpPr txBox="1">
            <a:spLocks noGrp="1"/>
          </p:cNvSpPr>
          <p:nvPr>
            <p:ph type="subTitle" idx="6"/>
          </p:nvPr>
        </p:nvSpPr>
        <p:spPr>
          <a:xfrm>
            <a:off x="6031075" y="2518785"/>
            <a:ext cx="21753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>
            <a:endParaRPr/>
          </a:p>
        </p:txBody>
      </p:sp>
      <p:grpSp>
        <p:nvGrpSpPr>
          <p:cNvPr id="310" name="Google Shape;310;p22"/>
          <p:cNvGrpSpPr/>
          <p:nvPr/>
        </p:nvGrpSpPr>
        <p:grpSpPr>
          <a:xfrm>
            <a:off x="35730" y="3555950"/>
            <a:ext cx="634563" cy="1587396"/>
            <a:chOff x="3899880" y="1817280"/>
            <a:chExt cx="1502280" cy="3758040"/>
          </a:xfrm>
        </p:grpSpPr>
        <p:sp>
          <p:nvSpPr>
            <p:cNvPr id="311" name="Google Shape;311;p22"/>
            <p:cNvSpPr/>
            <p:nvPr/>
          </p:nvSpPr>
          <p:spPr>
            <a:xfrm>
              <a:off x="4374000" y="1818000"/>
              <a:ext cx="554760" cy="3757320"/>
            </a:xfrm>
            <a:custGeom>
              <a:avLst/>
              <a:gdLst/>
              <a:ahLst/>
              <a:cxnLst/>
              <a:rect l="l" t="t" r="r" b="b"/>
              <a:pathLst>
                <a:path w="1541" h="10437" extrusionOk="0">
                  <a:moveTo>
                    <a:pt x="1519" y="10437"/>
                  </a:moveTo>
                  <a:cubicBezTo>
                    <a:pt x="1508" y="10437"/>
                    <a:pt x="1498" y="10427"/>
                    <a:pt x="1496" y="10416"/>
                  </a:cubicBezTo>
                  <a:lnTo>
                    <a:pt x="918" y="47"/>
                  </a:lnTo>
                  <a:lnTo>
                    <a:pt x="625" y="47"/>
                  </a:lnTo>
                  <a:lnTo>
                    <a:pt x="46" y="10416"/>
                  </a:lnTo>
                  <a:cubicBezTo>
                    <a:pt x="46" y="10429"/>
                    <a:pt x="36" y="10439"/>
                    <a:pt x="22" y="10437"/>
                  </a:cubicBezTo>
                  <a:cubicBezTo>
                    <a:pt x="8" y="10437"/>
                    <a:pt x="0" y="10426"/>
                    <a:pt x="0" y="10413"/>
                  </a:cubicBezTo>
                  <a:lnTo>
                    <a:pt x="578" y="22"/>
                  </a:lnTo>
                  <a:cubicBezTo>
                    <a:pt x="578" y="10"/>
                    <a:pt x="588" y="0"/>
                    <a:pt x="601" y="0"/>
                  </a:cubicBezTo>
                  <a:lnTo>
                    <a:pt x="938" y="0"/>
                  </a:lnTo>
                  <a:cubicBezTo>
                    <a:pt x="950" y="0"/>
                    <a:pt x="960" y="10"/>
                    <a:pt x="961" y="22"/>
                  </a:cubicBezTo>
                  <a:lnTo>
                    <a:pt x="1541" y="10413"/>
                  </a:lnTo>
                  <a:cubicBezTo>
                    <a:pt x="1543" y="10426"/>
                    <a:pt x="1534" y="10436"/>
                    <a:pt x="1519" y="104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22"/>
            <p:cNvSpPr/>
            <p:nvPr/>
          </p:nvSpPr>
          <p:spPr>
            <a:xfrm>
              <a:off x="4381200" y="1817280"/>
              <a:ext cx="527760" cy="3613320"/>
            </a:xfrm>
            <a:custGeom>
              <a:avLst/>
              <a:gdLst/>
              <a:ahLst/>
              <a:cxnLst/>
              <a:rect l="l" t="t" r="r" b="b"/>
              <a:pathLst>
                <a:path w="1466" h="10037" extrusionOk="0">
                  <a:moveTo>
                    <a:pt x="25" y="10037"/>
                  </a:moveTo>
                  <a:cubicBezTo>
                    <a:pt x="16" y="10037"/>
                    <a:pt x="7" y="10031"/>
                    <a:pt x="3" y="10024"/>
                  </a:cubicBezTo>
                  <a:cubicBezTo>
                    <a:pt x="-3" y="10013"/>
                    <a:pt x="3" y="9999"/>
                    <a:pt x="15" y="9994"/>
                  </a:cubicBezTo>
                  <a:lnTo>
                    <a:pt x="1392" y="9377"/>
                  </a:lnTo>
                  <a:lnTo>
                    <a:pt x="93" y="8561"/>
                  </a:lnTo>
                  <a:cubicBezTo>
                    <a:pt x="86" y="8557"/>
                    <a:pt x="82" y="8550"/>
                    <a:pt x="83" y="8541"/>
                  </a:cubicBezTo>
                  <a:cubicBezTo>
                    <a:pt x="83" y="8532"/>
                    <a:pt x="88" y="8525"/>
                    <a:pt x="95" y="8522"/>
                  </a:cubicBezTo>
                  <a:lnTo>
                    <a:pt x="1309" y="7801"/>
                  </a:lnTo>
                  <a:lnTo>
                    <a:pt x="176" y="7125"/>
                  </a:lnTo>
                  <a:cubicBezTo>
                    <a:pt x="169" y="7120"/>
                    <a:pt x="165" y="7113"/>
                    <a:pt x="165" y="7106"/>
                  </a:cubicBezTo>
                  <a:cubicBezTo>
                    <a:pt x="165" y="7097"/>
                    <a:pt x="169" y="7090"/>
                    <a:pt x="175" y="7085"/>
                  </a:cubicBezTo>
                  <a:lnTo>
                    <a:pt x="1233" y="6422"/>
                  </a:lnTo>
                  <a:lnTo>
                    <a:pt x="249" y="5787"/>
                  </a:lnTo>
                  <a:cubicBezTo>
                    <a:pt x="243" y="5783"/>
                    <a:pt x="239" y="5778"/>
                    <a:pt x="239" y="5770"/>
                  </a:cubicBezTo>
                  <a:cubicBezTo>
                    <a:pt x="239" y="5763"/>
                    <a:pt x="242" y="5755"/>
                    <a:pt x="248" y="5751"/>
                  </a:cubicBezTo>
                  <a:lnTo>
                    <a:pt x="1161" y="5005"/>
                  </a:lnTo>
                  <a:lnTo>
                    <a:pt x="331" y="4304"/>
                  </a:lnTo>
                  <a:cubicBezTo>
                    <a:pt x="325" y="4299"/>
                    <a:pt x="322" y="4294"/>
                    <a:pt x="322" y="4286"/>
                  </a:cubicBezTo>
                  <a:cubicBezTo>
                    <a:pt x="322" y="4279"/>
                    <a:pt x="325" y="4273"/>
                    <a:pt x="331" y="4269"/>
                  </a:cubicBezTo>
                  <a:lnTo>
                    <a:pt x="1086" y="3622"/>
                  </a:lnTo>
                  <a:lnTo>
                    <a:pt x="402" y="3034"/>
                  </a:lnTo>
                  <a:cubicBezTo>
                    <a:pt x="396" y="3030"/>
                    <a:pt x="393" y="3022"/>
                    <a:pt x="393" y="3015"/>
                  </a:cubicBezTo>
                  <a:cubicBezTo>
                    <a:pt x="393" y="3008"/>
                    <a:pt x="398" y="3002"/>
                    <a:pt x="404" y="2998"/>
                  </a:cubicBezTo>
                  <a:lnTo>
                    <a:pt x="1020" y="2563"/>
                  </a:lnTo>
                  <a:lnTo>
                    <a:pt x="449" y="2208"/>
                  </a:lnTo>
                  <a:cubicBezTo>
                    <a:pt x="443" y="2204"/>
                    <a:pt x="439" y="2198"/>
                    <a:pt x="437" y="2189"/>
                  </a:cubicBezTo>
                  <a:cubicBezTo>
                    <a:pt x="437" y="2182"/>
                    <a:pt x="440" y="2174"/>
                    <a:pt x="446" y="2170"/>
                  </a:cubicBezTo>
                  <a:lnTo>
                    <a:pt x="976" y="1750"/>
                  </a:lnTo>
                  <a:lnTo>
                    <a:pt x="493" y="1383"/>
                  </a:lnTo>
                  <a:cubicBezTo>
                    <a:pt x="487" y="1379"/>
                    <a:pt x="484" y="1371"/>
                    <a:pt x="484" y="1364"/>
                  </a:cubicBezTo>
                  <a:cubicBezTo>
                    <a:pt x="484" y="1356"/>
                    <a:pt x="487" y="1350"/>
                    <a:pt x="493" y="1345"/>
                  </a:cubicBezTo>
                  <a:lnTo>
                    <a:pt x="936" y="994"/>
                  </a:lnTo>
                  <a:lnTo>
                    <a:pt x="532" y="697"/>
                  </a:lnTo>
                  <a:cubicBezTo>
                    <a:pt x="526" y="693"/>
                    <a:pt x="523" y="685"/>
                    <a:pt x="523" y="678"/>
                  </a:cubicBezTo>
                  <a:cubicBezTo>
                    <a:pt x="523" y="671"/>
                    <a:pt x="526" y="663"/>
                    <a:pt x="532" y="659"/>
                  </a:cubicBezTo>
                  <a:lnTo>
                    <a:pt x="903" y="362"/>
                  </a:lnTo>
                  <a:lnTo>
                    <a:pt x="567" y="41"/>
                  </a:lnTo>
                  <a:cubicBezTo>
                    <a:pt x="558" y="33"/>
                    <a:pt x="557" y="18"/>
                    <a:pt x="565" y="8"/>
                  </a:cubicBezTo>
                  <a:cubicBezTo>
                    <a:pt x="574" y="-1"/>
                    <a:pt x="589" y="-2"/>
                    <a:pt x="599" y="6"/>
                  </a:cubicBezTo>
                  <a:lnTo>
                    <a:pt x="954" y="344"/>
                  </a:lnTo>
                  <a:cubicBezTo>
                    <a:pt x="959" y="349"/>
                    <a:pt x="962" y="356"/>
                    <a:pt x="962" y="362"/>
                  </a:cubicBezTo>
                  <a:cubicBezTo>
                    <a:pt x="962" y="369"/>
                    <a:pt x="959" y="375"/>
                    <a:pt x="953" y="379"/>
                  </a:cubicBezTo>
                  <a:lnTo>
                    <a:pt x="584" y="675"/>
                  </a:lnTo>
                  <a:lnTo>
                    <a:pt x="988" y="972"/>
                  </a:lnTo>
                  <a:cubicBezTo>
                    <a:pt x="994" y="977"/>
                    <a:pt x="997" y="983"/>
                    <a:pt x="997" y="991"/>
                  </a:cubicBezTo>
                  <a:cubicBezTo>
                    <a:pt x="997" y="998"/>
                    <a:pt x="994" y="1006"/>
                    <a:pt x="988" y="1010"/>
                  </a:cubicBezTo>
                  <a:lnTo>
                    <a:pt x="545" y="1361"/>
                  </a:lnTo>
                  <a:lnTo>
                    <a:pt x="1029" y="1729"/>
                  </a:lnTo>
                  <a:cubicBezTo>
                    <a:pt x="1035" y="1733"/>
                    <a:pt x="1038" y="1740"/>
                    <a:pt x="1038" y="1748"/>
                  </a:cubicBezTo>
                  <a:cubicBezTo>
                    <a:pt x="1038" y="1755"/>
                    <a:pt x="1035" y="1762"/>
                    <a:pt x="1029" y="1766"/>
                  </a:cubicBezTo>
                  <a:lnTo>
                    <a:pt x="501" y="2185"/>
                  </a:lnTo>
                  <a:lnTo>
                    <a:pt x="1072" y="2537"/>
                  </a:lnTo>
                  <a:cubicBezTo>
                    <a:pt x="1080" y="2542"/>
                    <a:pt x="1083" y="2549"/>
                    <a:pt x="1084" y="2556"/>
                  </a:cubicBezTo>
                  <a:cubicBezTo>
                    <a:pt x="1084" y="2563"/>
                    <a:pt x="1081" y="2571"/>
                    <a:pt x="1074" y="2575"/>
                  </a:cubicBezTo>
                  <a:lnTo>
                    <a:pt x="453" y="3012"/>
                  </a:lnTo>
                  <a:lnTo>
                    <a:pt x="1135" y="3597"/>
                  </a:lnTo>
                  <a:cubicBezTo>
                    <a:pt x="1141" y="3601"/>
                    <a:pt x="1144" y="3608"/>
                    <a:pt x="1144" y="3615"/>
                  </a:cubicBezTo>
                  <a:cubicBezTo>
                    <a:pt x="1144" y="3623"/>
                    <a:pt x="1141" y="3628"/>
                    <a:pt x="1135" y="3632"/>
                  </a:cubicBezTo>
                  <a:lnTo>
                    <a:pt x="380" y="4279"/>
                  </a:lnTo>
                  <a:lnTo>
                    <a:pt x="1212" y="4980"/>
                  </a:lnTo>
                  <a:cubicBezTo>
                    <a:pt x="1218" y="4984"/>
                    <a:pt x="1221" y="4991"/>
                    <a:pt x="1221" y="4997"/>
                  </a:cubicBezTo>
                  <a:cubicBezTo>
                    <a:pt x="1221" y="5005"/>
                    <a:pt x="1218" y="5010"/>
                    <a:pt x="1212" y="5015"/>
                  </a:cubicBezTo>
                  <a:lnTo>
                    <a:pt x="302" y="5758"/>
                  </a:lnTo>
                  <a:lnTo>
                    <a:pt x="1290" y="6396"/>
                  </a:lnTo>
                  <a:cubicBezTo>
                    <a:pt x="1297" y="6400"/>
                    <a:pt x="1300" y="6408"/>
                    <a:pt x="1300" y="6415"/>
                  </a:cubicBezTo>
                  <a:cubicBezTo>
                    <a:pt x="1300" y="6422"/>
                    <a:pt x="1295" y="6430"/>
                    <a:pt x="1290" y="6434"/>
                  </a:cubicBezTo>
                  <a:lnTo>
                    <a:pt x="233" y="7095"/>
                  </a:lnTo>
                  <a:lnTo>
                    <a:pt x="1367" y="7773"/>
                  </a:lnTo>
                  <a:cubicBezTo>
                    <a:pt x="1374" y="7777"/>
                    <a:pt x="1378" y="7785"/>
                    <a:pt x="1378" y="7793"/>
                  </a:cubicBezTo>
                  <a:cubicBezTo>
                    <a:pt x="1378" y="7802"/>
                    <a:pt x="1374" y="7809"/>
                    <a:pt x="1367" y="7814"/>
                  </a:cubicBezTo>
                  <a:lnTo>
                    <a:pt x="153" y="8537"/>
                  </a:lnTo>
                  <a:lnTo>
                    <a:pt x="1456" y="9355"/>
                  </a:lnTo>
                  <a:cubicBezTo>
                    <a:pt x="1463" y="9360"/>
                    <a:pt x="1467" y="9368"/>
                    <a:pt x="1466" y="9377"/>
                  </a:cubicBezTo>
                  <a:cubicBezTo>
                    <a:pt x="1466" y="9386"/>
                    <a:pt x="1460" y="9393"/>
                    <a:pt x="1453" y="9396"/>
                  </a:cubicBezTo>
                  <a:lnTo>
                    <a:pt x="35" y="10030"/>
                  </a:lnTo>
                  <a:cubicBezTo>
                    <a:pt x="31" y="10036"/>
                    <a:pt x="28" y="10037"/>
                    <a:pt x="25" y="100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22"/>
            <p:cNvSpPr/>
            <p:nvPr/>
          </p:nvSpPr>
          <p:spPr>
            <a:xfrm>
              <a:off x="4394520" y="1817640"/>
              <a:ext cx="527040" cy="3612960"/>
            </a:xfrm>
            <a:custGeom>
              <a:avLst/>
              <a:gdLst/>
              <a:ahLst/>
              <a:cxnLst/>
              <a:rect l="l" t="t" r="r" b="b"/>
              <a:pathLst>
                <a:path w="1464" h="10036" extrusionOk="0">
                  <a:moveTo>
                    <a:pt x="1439" y="10036"/>
                  </a:moveTo>
                  <a:cubicBezTo>
                    <a:pt x="1436" y="10036"/>
                    <a:pt x="1433" y="10036"/>
                    <a:pt x="1430" y="10035"/>
                  </a:cubicBezTo>
                  <a:lnTo>
                    <a:pt x="13" y="9401"/>
                  </a:lnTo>
                  <a:cubicBezTo>
                    <a:pt x="5" y="9398"/>
                    <a:pt x="0" y="9389"/>
                    <a:pt x="0" y="9382"/>
                  </a:cubicBezTo>
                  <a:cubicBezTo>
                    <a:pt x="0" y="9373"/>
                    <a:pt x="2" y="9366"/>
                    <a:pt x="10" y="9360"/>
                  </a:cubicBezTo>
                  <a:lnTo>
                    <a:pt x="1312" y="8541"/>
                  </a:lnTo>
                  <a:lnTo>
                    <a:pt x="99" y="7817"/>
                  </a:lnTo>
                  <a:cubicBezTo>
                    <a:pt x="91" y="7813"/>
                    <a:pt x="87" y="7806"/>
                    <a:pt x="87" y="7797"/>
                  </a:cubicBezTo>
                  <a:cubicBezTo>
                    <a:pt x="87" y="7788"/>
                    <a:pt x="91" y="7781"/>
                    <a:pt x="99" y="7776"/>
                  </a:cubicBezTo>
                  <a:lnTo>
                    <a:pt x="1232" y="7099"/>
                  </a:lnTo>
                  <a:lnTo>
                    <a:pt x="176" y="6437"/>
                  </a:lnTo>
                  <a:cubicBezTo>
                    <a:pt x="169" y="6433"/>
                    <a:pt x="166" y="6426"/>
                    <a:pt x="166" y="6418"/>
                  </a:cubicBezTo>
                  <a:cubicBezTo>
                    <a:pt x="166" y="6411"/>
                    <a:pt x="170" y="6402"/>
                    <a:pt x="176" y="6399"/>
                  </a:cubicBezTo>
                  <a:lnTo>
                    <a:pt x="1164" y="5761"/>
                  </a:lnTo>
                  <a:lnTo>
                    <a:pt x="253" y="5018"/>
                  </a:lnTo>
                  <a:cubicBezTo>
                    <a:pt x="247" y="5014"/>
                    <a:pt x="244" y="5009"/>
                    <a:pt x="244" y="5001"/>
                  </a:cubicBezTo>
                  <a:cubicBezTo>
                    <a:pt x="244" y="4994"/>
                    <a:pt x="247" y="4988"/>
                    <a:pt x="253" y="4983"/>
                  </a:cubicBezTo>
                  <a:lnTo>
                    <a:pt x="1085" y="4282"/>
                  </a:lnTo>
                  <a:lnTo>
                    <a:pt x="330" y="3635"/>
                  </a:lnTo>
                  <a:cubicBezTo>
                    <a:pt x="324" y="3631"/>
                    <a:pt x="322" y="3625"/>
                    <a:pt x="322" y="3618"/>
                  </a:cubicBezTo>
                  <a:cubicBezTo>
                    <a:pt x="322" y="3611"/>
                    <a:pt x="324" y="3605"/>
                    <a:pt x="330" y="3600"/>
                  </a:cubicBezTo>
                  <a:lnTo>
                    <a:pt x="1012" y="3016"/>
                  </a:lnTo>
                  <a:lnTo>
                    <a:pt x="391" y="2579"/>
                  </a:lnTo>
                  <a:cubicBezTo>
                    <a:pt x="386" y="2574"/>
                    <a:pt x="381" y="2567"/>
                    <a:pt x="381" y="2560"/>
                  </a:cubicBezTo>
                  <a:cubicBezTo>
                    <a:pt x="381" y="2552"/>
                    <a:pt x="386" y="2545"/>
                    <a:pt x="393" y="2541"/>
                  </a:cubicBezTo>
                  <a:lnTo>
                    <a:pt x="964" y="2188"/>
                  </a:lnTo>
                  <a:lnTo>
                    <a:pt x="434" y="1767"/>
                  </a:lnTo>
                  <a:cubicBezTo>
                    <a:pt x="428" y="1763"/>
                    <a:pt x="425" y="1755"/>
                    <a:pt x="425" y="1748"/>
                  </a:cubicBezTo>
                  <a:cubicBezTo>
                    <a:pt x="425" y="1741"/>
                    <a:pt x="428" y="1733"/>
                    <a:pt x="434" y="1729"/>
                  </a:cubicBezTo>
                  <a:lnTo>
                    <a:pt x="917" y="1362"/>
                  </a:lnTo>
                  <a:lnTo>
                    <a:pt x="475" y="1011"/>
                  </a:lnTo>
                  <a:cubicBezTo>
                    <a:pt x="469" y="1006"/>
                    <a:pt x="466" y="999"/>
                    <a:pt x="466" y="992"/>
                  </a:cubicBezTo>
                  <a:cubicBezTo>
                    <a:pt x="466" y="984"/>
                    <a:pt x="469" y="977"/>
                    <a:pt x="475" y="973"/>
                  </a:cubicBezTo>
                  <a:lnTo>
                    <a:pt x="878" y="676"/>
                  </a:lnTo>
                  <a:lnTo>
                    <a:pt x="509" y="380"/>
                  </a:lnTo>
                  <a:cubicBezTo>
                    <a:pt x="504" y="375"/>
                    <a:pt x="501" y="369"/>
                    <a:pt x="501" y="362"/>
                  </a:cubicBezTo>
                  <a:cubicBezTo>
                    <a:pt x="501" y="354"/>
                    <a:pt x="504" y="349"/>
                    <a:pt x="508" y="345"/>
                  </a:cubicBezTo>
                  <a:lnTo>
                    <a:pt x="864" y="7"/>
                  </a:lnTo>
                  <a:cubicBezTo>
                    <a:pt x="872" y="-2"/>
                    <a:pt x="887" y="-2"/>
                    <a:pt x="897" y="8"/>
                  </a:cubicBezTo>
                  <a:cubicBezTo>
                    <a:pt x="906" y="17"/>
                    <a:pt x="906" y="32"/>
                    <a:pt x="896" y="42"/>
                  </a:cubicBezTo>
                  <a:lnTo>
                    <a:pt x="559" y="362"/>
                  </a:lnTo>
                  <a:lnTo>
                    <a:pt x="931" y="660"/>
                  </a:lnTo>
                  <a:cubicBezTo>
                    <a:pt x="936" y="664"/>
                    <a:pt x="939" y="670"/>
                    <a:pt x="939" y="678"/>
                  </a:cubicBezTo>
                  <a:cubicBezTo>
                    <a:pt x="939" y="685"/>
                    <a:pt x="936" y="693"/>
                    <a:pt x="931" y="697"/>
                  </a:cubicBezTo>
                  <a:lnTo>
                    <a:pt x="527" y="995"/>
                  </a:lnTo>
                  <a:lnTo>
                    <a:pt x="970" y="1346"/>
                  </a:lnTo>
                  <a:cubicBezTo>
                    <a:pt x="976" y="1350"/>
                    <a:pt x="979" y="1357"/>
                    <a:pt x="979" y="1365"/>
                  </a:cubicBezTo>
                  <a:cubicBezTo>
                    <a:pt x="979" y="1372"/>
                    <a:pt x="976" y="1379"/>
                    <a:pt x="970" y="1384"/>
                  </a:cubicBezTo>
                  <a:lnTo>
                    <a:pt x="486" y="1751"/>
                  </a:lnTo>
                  <a:lnTo>
                    <a:pt x="1017" y="2171"/>
                  </a:lnTo>
                  <a:cubicBezTo>
                    <a:pt x="1022" y="2175"/>
                    <a:pt x="1025" y="2181"/>
                    <a:pt x="1025" y="2189"/>
                  </a:cubicBezTo>
                  <a:cubicBezTo>
                    <a:pt x="1025" y="2196"/>
                    <a:pt x="1021" y="2204"/>
                    <a:pt x="1014" y="2208"/>
                  </a:cubicBezTo>
                  <a:lnTo>
                    <a:pt x="444" y="2560"/>
                  </a:lnTo>
                  <a:lnTo>
                    <a:pt x="1060" y="2994"/>
                  </a:lnTo>
                  <a:cubicBezTo>
                    <a:pt x="1066" y="2998"/>
                    <a:pt x="1070" y="3003"/>
                    <a:pt x="1070" y="3011"/>
                  </a:cubicBezTo>
                  <a:cubicBezTo>
                    <a:pt x="1070" y="3018"/>
                    <a:pt x="1068" y="3026"/>
                    <a:pt x="1062" y="3030"/>
                  </a:cubicBezTo>
                  <a:lnTo>
                    <a:pt x="378" y="3618"/>
                  </a:lnTo>
                  <a:lnTo>
                    <a:pt x="1133" y="4265"/>
                  </a:lnTo>
                  <a:cubicBezTo>
                    <a:pt x="1139" y="4269"/>
                    <a:pt x="1142" y="4275"/>
                    <a:pt x="1142" y="4282"/>
                  </a:cubicBezTo>
                  <a:cubicBezTo>
                    <a:pt x="1142" y="4290"/>
                    <a:pt x="1139" y="4295"/>
                    <a:pt x="1133" y="4300"/>
                  </a:cubicBezTo>
                  <a:lnTo>
                    <a:pt x="303" y="5001"/>
                  </a:lnTo>
                  <a:lnTo>
                    <a:pt x="1216" y="5747"/>
                  </a:lnTo>
                  <a:cubicBezTo>
                    <a:pt x="1222" y="5751"/>
                    <a:pt x="1225" y="5759"/>
                    <a:pt x="1225" y="5766"/>
                  </a:cubicBezTo>
                  <a:cubicBezTo>
                    <a:pt x="1225" y="5774"/>
                    <a:pt x="1221" y="5780"/>
                    <a:pt x="1215" y="5783"/>
                  </a:cubicBezTo>
                  <a:lnTo>
                    <a:pt x="231" y="6418"/>
                  </a:lnTo>
                  <a:lnTo>
                    <a:pt x="1289" y="7081"/>
                  </a:lnTo>
                  <a:cubicBezTo>
                    <a:pt x="1296" y="7086"/>
                    <a:pt x="1301" y="7093"/>
                    <a:pt x="1299" y="7102"/>
                  </a:cubicBezTo>
                  <a:cubicBezTo>
                    <a:pt x="1299" y="7110"/>
                    <a:pt x="1295" y="7118"/>
                    <a:pt x="1288" y="7121"/>
                  </a:cubicBezTo>
                  <a:lnTo>
                    <a:pt x="157" y="7797"/>
                  </a:lnTo>
                  <a:lnTo>
                    <a:pt x="1371" y="8518"/>
                  </a:lnTo>
                  <a:cubicBezTo>
                    <a:pt x="1378" y="8522"/>
                    <a:pt x="1382" y="8530"/>
                    <a:pt x="1382" y="8537"/>
                  </a:cubicBezTo>
                  <a:cubicBezTo>
                    <a:pt x="1382" y="8546"/>
                    <a:pt x="1378" y="8553"/>
                    <a:pt x="1372" y="8557"/>
                  </a:cubicBezTo>
                  <a:lnTo>
                    <a:pt x="74" y="9373"/>
                  </a:lnTo>
                  <a:lnTo>
                    <a:pt x="1451" y="9990"/>
                  </a:lnTo>
                  <a:cubicBezTo>
                    <a:pt x="1462" y="9995"/>
                    <a:pt x="1468" y="10009"/>
                    <a:pt x="1462" y="10020"/>
                  </a:cubicBezTo>
                  <a:cubicBezTo>
                    <a:pt x="1457" y="10030"/>
                    <a:pt x="1449" y="10036"/>
                    <a:pt x="1439" y="1003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22"/>
            <p:cNvSpPr/>
            <p:nvPr/>
          </p:nvSpPr>
          <p:spPr>
            <a:xfrm>
              <a:off x="4150440" y="2053080"/>
              <a:ext cx="1001160" cy="136800"/>
            </a:xfrm>
            <a:custGeom>
              <a:avLst/>
              <a:gdLst/>
              <a:ahLst/>
              <a:cxnLst/>
              <a:rect l="l" t="t" r="r" b="b"/>
              <a:pathLst>
                <a:path w="2781" h="380" extrusionOk="0">
                  <a:moveTo>
                    <a:pt x="1391" y="379"/>
                  </a:moveTo>
                  <a:cubicBezTo>
                    <a:pt x="1390" y="379"/>
                    <a:pt x="1389" y="379"/>
                    <a:pt x="1387" y="379"/>
                  </a:cubicBezTo>
                  <a:lnTo>
                    <a:pt x="19" y="135"/>
                  </a:lnTo>
                  <a:cubicBezTo>
                    <a:pt x="7" y="134"/>
                    <a:pt x="0" y="124"/>
                    <a:pt x="0" y="112"/>
                  </a:cubicBezTo>
                  <a:lnTo>
                    <a:pt x="0" y="23"/>
                  </a:lnTo>
                  <a:cubicBezTo>
                    <a:pt x="0" y="10"/>
                    <a:pt x="10" y="0"/>
                    <a:pt x="23" y="0"/>
                  </a:cubicBezTo>
                  <a:lnTo>
                    <a:pt x="2757" y="0"/>
                  </a:lnTo>
                  <a:cubicBezTo>
                    <a:pt x="2770" y="0"/>
                    <a:pt x="2781" y="10"/>
                    <a:pt x="2781" y="23"/>
                  </a:cubicBezTo>
                  <a:lnTo>
                    <a:pt x="2781" y="113"/>
                  </a:lnTo>
                  <a:cubicBezTo>
                    <a:pt x="2781" y="125"/>
                    <a:pt x="2772" y="134"/>
                    <a:pt x="2762" y="137"/>
                  </a:cubicBezTo>
                  <a:lnTo>
                    <a:pt x="1394" y="380"/>
                  </a:lnTo>
                  <a:cubicBezTo>
                    <a:pt x="1394" y="379"/>
                    <a:pt x="1393" y="379"/>
                    <a:pt x="1391" y="379"/>
                  </a:cubicBezTo>
                  <a:moveTo>
                    <a:pt x="47" y="93"/>
                  </a:moveTo>
                  <a:lnTo>
                    <a:pt x="1391" y="332"/>
                  </a:lnTo>
                  <a:lnTo>
                    <a:pt x="2735" y="93"/>
                  </a:lnTo>
                  <a:lnTo>
                    <a:pt x="2735" y="45"/>
                  </a:lnTo>
                  <a:lnTo>
                    <a:pt x="47" y="45"/>
                  </a:lnTo>
                  <a:lnTo>
                    <a:pt x="47" y="9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22"/>
            <p:cNvSpPr/>
            <p:nvPr/>
          </p:nvSpPr>
          <p:spPr>
            <a:xfrm>
              <a:off x="4150800" y="2053080"/>
              <a:ext cx="429840" cy="184680"/>
            </a:xfrm>
            <a:custGeom>
              <a:avLst/>
              <a:gdLst/>
              <a:ahLst/>
              <a:cxnLst/>
              <a:rect l="l" t="t" r="r" b="b"/>
              <a:pathLst>
                <a:path w="1194" h="513" extrusionOk="0">
                  <a:moveTo>
                    <a:pt x="24" y="513"/>
                  </a:moveTo>
                  <a:cubicBezTo>
                    <a:pt x="11" y="513"/>
                    <a:pt x="0" y="502"/>
                    <a:pt x="0" y="489"/>
                  </a:cubicBezTo>
                  <a:lnTo>
                    <a:pt x="0" y="23"/>
                  </a:lnTo>
                  <a:cubicBezTo>
                    <a:pt x="0" y="14"/>
                    <a:pt x="5" y="7"/>
                    <a:pt x="12" y="3"/>
                  </a:cubicBezTo>
                  <a:cubicBezTo>
                    <a:pt x="19" y="-2"/>
                    <a:pt x="30" y="0"/>
                    <a:pt x="35" y="4"/>
                  </a:cubicBezTo>
                  <a:lnTo>
                    <a:pt x="204" y="118"/>
                  </a:lnTo>
                  <a:lnTo>
                    <a:pt x="429" y="3"/>
                  </a:lnTo>
                  <a:cubicBezTo>
                    <a:pt x="439" y="-2"/>
                    <a:pt x="451" y="0"/>
                    <a:pt x="458" y="8"/>
                  </a:cubicBezTo>
                  <a:lnTo>
                    <a:pt x="596" y="183"/>
                  </a:lnTo>
                  <a:lnTo>
                    <a:pt x="879" y="4"/>
                  </a:lnTo>
                  <a:cubicBezTo>
                    <a:pt x="888" y="-2"/>
                    <a:pt x="901" y="0"/>
                    <a:pt x="908" y="7"/>
                  </a:cubicBezTo>
                  <a:lnTo>
                    <a:pt x="1188" y="301"/>
                  </a:lnTo>
                  <a:cubicBezTo>
                    <a:pt x="1197" y="310"/>
                    <a:pt x="1197" y="325"/>
                    <a:pt x="1186" y="335"/>
                  </a:cubicBezTo>
                  <a:cubicBezTo>
                    <a:pt x="1178" y="344"/>
                    <a:pt x="1163" y="344"/>
                    <a:pt x="1153" y="333"/>
                  </a:cubicBezTo>
                  <a:lnTo>
                    <a:pt x="886" y="52"/>
                  </a:lnTo>
                  <a:lnTo>
                    <a:pt x="602" y="233"/>
                  </a:lnTo>
                  <a:cubicBezTo>
                    <a:pt x="592" y="239"/>
                    <a:pt x="579" y="237"/>
                    <a:pt x="572" y="227"/>
                  </a:cubicBezTo>
                  <a:lnTo>
                    <a:pt x="433" y="51"/>
                  </a:lnTo>
                  <a:lnTo>
                    <a:pt x="215" y="164"/>
                  </a:lnTo>
                  <a:cubicBezTo>
                    <a:pt x="207" y="169"/>
                    <a:pt x="199" y="167"/>
                    <a:pt x="191" y="163"/>
                  </a:cubicBezTo>
                  <a:lnTo>
                    <a:pt x="47" y="65"/>
                  </a:lnTo>
                  <a:lnTo>
                    <a:pt x="47" y="488"/>
                  </a:lnTo>
                  <a:cubicBezTo>
                    <a:pt x="46" y="502"/>
                    <a:pt x="35" y="513"/>
                    <a:pt x="24" y="51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22"/>
            <p:cNvSpPr/>
            <p:nvPr/>
          </p:nvSpPr>
          <p:spPr>
            <a:xfrm>
              <a:off x="4722120" y="2052360"/>
              <a:ext cx="429840" cy="185400"/>
            </a:xfrm>
            <a:custGeom>
              <a:avLst/>
              <a:gdLst/>
              <a:ahLst/>
              <a:cxnLst/>
              <a:rect l="l" t="t" r="r" b="b"/>
              <a:pathLst>
                <a:path w="1194" h="515" extrusionOk="0">
                  <a:moveTo>
                    <a:pt x="1171" y="515"/>
                  </a:moveTo>
                  <a:cubicBezTo>
                    <a:pt x="1158" y="515"/>
                    <a:pt x="1147" y="504"/>
                    <a:pt x="1147" y="491"/>
                  </a:cubicBezTo>
                  <a:lnTo>
                    <a:pt x="1147" y="69"/>
                  </a:lnTo>
                  <a:lnTo>
                    <a:pt x="1004" y="166"/>
                  </a:lnTo>
                  <a:cubicBezTo>
                    <a:pt x="997" y="171"/>
                    <a:pt x="988" y="172"/>
                    <a:pt x="981" y="168"/>
                  </a:cubicBezTo>
                  <a:lnTo>
                    <a:pt x="762" y="54"/>
                  </a:lnTo>
                  <a:lnTo>
                    <a:pt x="624" y="230"/>
                  </a:lnTo>
                  <a:cubicBezTo>
                    <a:pt x="617" y="239"/>
                    <a:pt x="603" y="242"/>
                    <a:pt x="593" y="236"/>
                  </a:cubicBezTo>
                  <a:lnTo>
                    <a:pt x="308" y="54"/>
                  </a:lnTo>
                  <a:lnTo>
                    <a:pt x="41" y="334"/>
                  </a:lnTo>
                  <a:cubicBezTo>
                    <a:pt x="32" y="343"/>
                    <a:pt x="18" y="344"/>
                    <a:pt x="7" y="335"/>
                  </a:cubicBezTo>
                  <a:cubicBezTo>
                    <a:pt x="-1" y="327"/>
                    <a:pt x="-3" y="312"/>
                    <a:pt x="6" y="302"/>
                  </a:cubicBezTo>
                  <a:lnTo>
                    <a:pt x="286" y="8"/>
                  </a:lnTo>
                  <a:cubicBezTo>
                    <a:pt x="293" y="0"/>
                    <a:pt x="306" y="-3"/>
                    <a:pt x="315" y="5"/>
                  </a:cubicBezTo>
                  <a:lnTo>
                    <a:pt x="598" y="184"/>
                  </a:lnTo>
                  <a:lnTo>
                    <a:pt x="736" y="9"/>
                  </a:lnTo>
                  <a:cubicBezTo>
                    <a:pt x="743" y="0"/>
                    <a:pt x="755" y="-3"/>
                    <a:pt x="765" y="3"/>
                  </a:cubicBezTo>
                  <a:lnTo>
                    <a:pt x="990" y="118"/>
                  </a:lnTo>
                  <a:lnTo>
                    <a:pt x="1158" y="5"/>
                  </a:lnTo>
                  <a:cubicBezTo>
                    <a:pt x="1165" y="0"/>
                    <a:pt x="1174" y="-1"/>
                    <a:pt x="1181" y="3"/>
                  </a:cubicBezTo>
                  <a:cubicBezTo>
                    <a:pt x="1188" y="8"/>
                    <a:pt x="1193" y="15"/>
                    <a:pt x="1193" y="24"/>
                  </a:cubicBezTo>
                  <a:lnTo>
                    <a:pt x="1193" y="490"/>
                  </a:lnTo>
                  <a:cubicBezTo>
                    <a:pt x="1194" y="504"/>
                    <a:pt x="1182" y="515"/>
                    <a:pt x="1171" y="5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22"/>
            <p:cNvSpPr/>
            <p:nvPr/>
          </p:nvSpPr>
          <p:spPr>
            <a:xfrm>
              <a:off x="4102200" y="3223800"/>
              <a:ext cx="1098360" cy="148680"/>
            </a:xfrm>
            <a:custGeom>
              <a:avLst/>
              <a:gdLst/>
              <a:ahLst/>
              <a:cxnLst/>
              <a:rect l="l" t="t" r="r" b="b"/>
              <a:pathLst>
                <a:path w="3051" h="413" extrusionOk="0">
                  <a:moveTo>
                    <a:pt x="3028" y="413"/>
                  </a:moveTo>
                  <a:lnTo>
                    <a:pt x="23" y="413"/>
                  </a:lnTo>
                  <a:cubicBezTo>
                    <a:pt x="10" y="413"/>
                    <a:pt x="0" y="403"/>
                    <a:pt x="0" y="389"/>
                  </a:cubicBezTo>
                  <a:lnTo>
                    <a:pt x="0" y="290"/>
                  </a:lnTo>
                  <a:cubicBezTo>
                    <a:pt x="0" y="279"/>
                    <a:pt x="9" y="270"/>
                    <a:pt x="19" y="267"/>
                  </a:cubicBezTo>
                  <a:lnTo>
                    <a:pt x="1521" y="0"/>
                  </a:lnTo>
                  <a:cubicBezTo>
                    <a:pt x="1524" y="0"/>
                    <a:pt x="1527" y="0"/>
                    <a:pt x="1530" y="0"/>
                  </a:cubicBezTo>
                  <a:lnTo>
                    <a:pt x="3031" y="267"/>
                  </a:lnTo>
                  <a:cubicBezTo>
                    <a:pt x="3043" y="268"/>
                    <a:pt x="3050" y="279"/>
                    <a:pt x="3050" y="290"/>
                  </a:cubicBezTo>
                  <a:lnTo>
                    <a:pt x="3050" y="389"/>
                  </a:lnTo>
                  <a:cubicBezTo>
                    <a:pt x="3051" y="403"/>
                    <a:pt x="3040" y="413"/>
                    <a:pt x="3028" y="413"/>
                  </a:cubicBezTo>
                  <a:moveTo>
                    <a:pt x="47" y="368"/>
                  </a:moveTo>
                  <a:lnTo>
                    <a:pt x="3005" y="368"/>
                  </a:lnTo>
                  <a:lnTo>
                    <a:pt x="3005" y="311"/>
                  </a:lnTo>
                  <a:lnTo>
                    <a:pt x="1525" y="48"/>
                  </a:lnTo>
                  <a:lnTo>
                    <a:pt x="45" y="311"/>
                  </a:lnTo>
                  <a:lnTo>
                    <a:pt x="45" y="368"/>
                  </a:lnTo>
                  <a:lnTo>
                    <a:pt x="47" y="36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22"/>
            <p:cNvSpPr/>
            <p:nvPr/>
          </p:nvSpPr>
          <p:spPr>
            <a:xfrm>
              <a:off x="4102200" y="3249720"/>
              <a:ext cx="416520" cy="279360"/>
            </a:xfrm>
            <a:custGeom>
              <a:avLst/>
              <a:gdLst/>
              <a:ahLst/>
              <a:cxnLst/>
              <a:rect l="l" t="t" r="r" b="b"/>
              <a:pathLst>
                <a:path w="1157" h="776" extrusionOk="0">
                  <a:moveTo>
                    <a:pt x="23" y="776"/>
                  </a:moveTo>
                  <a:cubicBezTo>
                    <a:pt x="10" y="776"/>
                    <a:pt x="0" y="766"/>
                    <a:pt x="0" y="753"/>
                  </a:cubicBezTo>
                  <a:lnTo>
                    <a:pt x="0" y="317"/>
                  </a:lnTo>
                  <a:cubicBezTo>
                    <a:pt x="0" y="309"/>
                    <a:pt x="4" y="301"/>
                    <a:pt x="12" y="297"/>
                  </a:cubicBezTo>
                  <a:lnTo>
                    <a:pt x="229" y="173"/>
                  </a:lnTo>
                  <a:cubicBezTo>
                    <a:pt x="236" y="169"/>
                    <a:pt x="245" y="169"/>
                    <a:pt x="252" y="173"/>
                  </a:cubicBezTo>
                  <a:lnTo>
                    <a:pt x="452" y="288"/>
                  </a:lnTo>
                  <a:lnTo>
                    <a:pt x="629" y="93"/>
                  </a:lnTo>
                  <a:cubicBezTo>
                    <a:pt x="634" y="89"/>
                    <a:pt x="640" y="86"/>
                    <a:pt x="645" y="86"/>
                  </a:cubicBezTo>
                  <a:cubicBezTo>
                    <a:pt x="651" y="86"/>
                    <a:pt x="657" y="87"/>
                    <a:pt x="661" y="92"/>
                  </a:cubicBezTo>
                  <a:lnTo>
                    <a:pt x="873" y="285"/>
                  </a:lnTo>
                  <a:lnTo>
                    <a:pt x="1117" y="7"/>
                  </a:lnTo>
                  <a:cubicBezTo>
                    <a:pt x="1126" y="-3"/>
                    <a:pt x="1141" y="-3"/>
                    <a:pt x="1150" y="6"/>
                  </a:cubicBezTo>
                  <a:cubicBezTo>
                    <a:pt x="1160" y="14"/>
                    <a:pt x="1160" y="29"/>
                    <a:pt x="1151" y="38"/>
                  </a:cubicBezTo>
                  <a:lnTo>
                    <a:pt x="890" y="335"/>
                  </a:lnTo>
                  <a:cubicBezTo>
                    <a:pt x="886" y="339"/>
                    <a:pt x="880" y="342"/>
                    <a:pt x="874" y="342"/>
                  </a:cubicBezTo>
                  <a:cubicBezTo>
                    <a:pt x="868" y="342"/>
                    <a:pt x="863" y="341"/>
                    <a:pt x="857" y="336"/>
                  </a:cubicBezTo>
                  <a:lnTo>
                    <a:pt x="645" y="143"/>
                  </a:lnTo>
                  <a:lnTo>
                    <a:pt x="471" y="335"/>
                  </a:lnTo>
                  <a:cubicBezTo>
                    <a:pt x="463" y="344"/>
                    <a:pt x="452" y="345"/>
                    <a:pt x="441" y="339"/>
                  </a:cubicBezTo>
                  <a:lnTo>
                    <a:pt x="237" y="221"/>
                  </a:lnTo>
                  <a:lnTo>
                    <a:pt x="44" y="332"/>
                  </a:lnTo>
                  <a:lnTo>
                    <a:pt x="44" y="753"/>
                  </a:lnTo>
                  <a:cubicBezTo>
                    <a:pt x="47" y="766"/>
                    <a:pt x="35" y="776"/>
                    <a:pt x="23" y="77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22"/>
            <p:cNvSpPr/>
            <p:nvPr/>
          </p:nvSpPr>
          <p:spPr>
            <a:xfrm>
              <a:off x="4783320" y="3249360"/>
              <a:ext cx="416880" cy="279720"/>
            </a:xfrm>
            <a:custGeom>
              <a:avLst/>
              <a:gdLst/>
              <a:ahLst/>
              <a:cxnLst/>
              <a:rect l="l" t="t" r="r" b="b"/>
              <a:pathLst>
                <a:path w="1158" h="777" extrusionOk="0">
                  <a:moveTo>
                    <a:pt x="1136" y="777"/>
                  </a:moveTo>
                  <a:cubicBezTo>
                    <a:pt x="1123" y="777"/>
                    <a:pt x="1113" y="767"/>
                    <a:pt x="1113" y="754"/>
                  </a:cubicBezTo>
                  <a:lnTo>
                    <a:pt x="1113" y="333"/>
                  </a:lnTo>
                  <a:lnTo>
                    <a:pt x="920" y="222"/>
                  </a:lnTo>
                  <a:lnTo>
                    <a:pt x="716" y="340"/>
                  </a:lnTo>
                  <a:cubicBezTo>
                    <a:pt x="707" y="346"/>
                    <a:pt x="694" y="343"/>
                    <a:pt x="687" y="336"/>
                  </a:cubicBezTo>
                  <a:lnTo>
                    <a:pt x="512" y="144"/>
                  </a:lnTo>
                  <a:lnTo>
                    <a:pt x="301" y="336"/>
                  </a:lnTo>
                  <a:cubicBezTo>
                    <a:pt x="296" y="340"/>
                    <a:pt x="291" y="342"/>
                    <a:pt x="283" y="342"/>
                  </a:cubicBezTo>
                  <a:cubicBezTo>
                    <a:pt x="278" y="342"/>
                    <a:pt x="272" y="339"/>
                    <a:pt x="267" y="334"/>
                  </a:cubicBezTo>
                  <a:lnTo>
                    <a:pt x="6" y="37"/>
                  </a:lnTo>
                  <a:cubicBezTo>
                    <a:pt x="-2" y="27"/>
                    <a:pt x="-1" y="12"/>
                    <a:pt x="8" y="5"/>
                  </a:cubicBezTo>
                  <a:cubicBezTo>
                    <a:pt x="18" y="-4"/>
                    <a:pt x="33" y="-2"/>
                    <a:pt x="40" y="7"/>
                  </a:cubicBezTo>
                  <a:lnTo>
                    <a:pt x="285" y="285"/>
                  </a:lnTo>
                  <a:lnTo>
                    <a:pt x="496" y="91"/>
                  </a:lnTo>
                  <a:cubicBezTo>
                    <a:pt x="500" y="87"/>
                    <a:pt x="506" y="85"/>
                    <a:pt x="512" y="85"/>
                  </a:cubicBezTo>
                  <a:cubicBezTo>
                    <a:pt x="518" y="85"/>
                    <a:pt x="524" y="88"/>
                    <a:pt x="528" y="93"/>
                  </a:cubicBezTo>
                  <a:lnTo>
                    <a:pt x="706" y="288"/>
                  </a:lnTo>
                  <a:lnTo>
                    <a:pt x="906" y="173"/>
                  </a:lnTo>
                  <a:cubicBezTo>
                    <a:pt x="913" y="168"/>
                    <a:pt x="922" y="168"/>
                    <a:pt x="929" y="173"/>
                  </a:cubicBezTo>
                  <a:lnTo>
                    <a:pt x="1145" y="297"/>
                  </a:lnTo>
                  <a:cubicBezTo>
                    <a:pt x="1152" y="301"/>
                    <a:pt x="1157" y="308"/>
                    <a:pt x="1157" y="317"/>
                  </a:cubicBezTo>
                  <a:lnTo>
                    <a:pt x="1157" y="753"/>
                  </a:lnTo>
                  <a:cubicBezTo>
                    <a:pt x="1159" y="767"/>
                    <a:pt x="1148" y="777"/>
                    <a:pt x="1136" y="77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22"/>
            <p:cNvSpPr/>
            <p:nvPr/>
          </p:nvSpPr>
          <p:spPr>
            <a:xfrm>
              <a:off x="3900240" y="2660760"/>
              <a:ext cx="1501920" cy="163800"/>
            </a:xfrm>
            <a:custGeom>
              <a:avLst/>
              <a:gdLst/>
              <a:ahLst/>
              <a:cxnLst/>
              <a:rect l="l" t="t" r="r" b="b"/>
              <a:pathLst>
                <a:path w="4172" h="455" extrusionOk="0">
                  <a:moveTo>
                    <a:pt x="4149" y="455"/>
                  </a:moveTo>
                  <a:lnTo>
                    <a:pt x="23" y="455"/>
                  </a:lnTo>
                  <a:cubicBezTo>
                    <a:pt x="10" y="455"/>
                    <a:pt x="0" y="445"/>
                    <a:pt x="0" y="432"/>
                  </a:cubicBezTo>
                  <a:lnTo>
                    <a:pt x="0" y="296"/>
                  </a:lnTo>
                  <a:cubicBezTo>
                    <a:pt x="0" y="285"/>
                    <a:pt x="9" y="274"/>
                    <a:pt x="20" y="273"/>
                  </a:cubicBezTo>
                  <a:lnTo>
                    <a:pt x="2084" y="0"/>
                  </a:lnTo>
                  <a:cubicBezTo>
                    <a:pt x="2085" y="0"/>
                    <a:pt x="2088" y="0"/>
                    <a:pt x="2089" y="0"/>
                  </a:cubicBezTo>
                  <a:lnTo>
                    <a:pt x="4152" y="273"/>
                  </a:lnTo>
                  <a:cubicBezTo>
                    <a:pt x="4163" y="274"/>
                    <a:pt x="4172" y="285"/>
                    <a:pt x="4172" y="296"/>
                  </a:cubicBezTo>
                  <a:lnTo>
                    <a:pt x="4172" y="432"/>
                  </a:lnTo>
                  <a:cubicBezTo>
                    <a:pt x="4172" y="445"/>
                    <a:pt x="4162" y="455"/>
                    <a:pt x="4149" y="455"/>
                  </a:cubicBezTo>
                  <a:moveTo>
                    <a:pt x="47" y="408"/>
                  </a:moveTo>
                  <a:lnTo>
                    <a:pt x="4125" y="408"/>
                  </a:lnTo>
                  <a:lnTo>
                    <a:pt x="4125" y="317"/>
                  </a:lnTo>
                  <a:lnTo>
                    <a:pt x="2086" y="47"/>
                  </a:lnTo>
                  <a:lnTo>
                    <a:pt x="47" y="317"/>
                  </a:lnTo>
                  <a:lnTo>
                    <a:pt x="47" y="40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22"/>
            <p:cNvSpPr/>
            <p:nvPr/>
          </p:nvSpPr>
          <p:spPr>
            <a:xfrm>
              <a:off x="3900240" y="2675160"/>
              <a:ext cx="650880" cy="278280"/>
            </a:xfrm>
            <a:custGeom>
              <a:avLst/>
              <a:gdLst/>
              <a:ahLst/>
              <a:cxnLst/>
              <a:rect l="l" t="t" r="r" b="b"/>
              <a:pathLst>
                <a:path w="1808" h="773" extrusionOk="0">
                  <a:moveTo>
                    <a:pt x="23" y="773"/>
                  </a:moveTo>
                  <a:cubicBezTo>
                    <a:pt x="10" y="773"/>
                    <a:pt x="0" y="762"/>
                    <a:pt x="0" y="749"/>
                  </a:cubicBezTo>
                  <a:lnTo>
                    <a:pt x="0" y="256"/>
                  </a:lnTo>
                  <a:cubicBezTo>
                    <a:pt x="0" y="248"/>
                    <a:pt x="4" y="240"/>
                    <a:pt x="12" y="236"/>
                  </a:cubicBezTo>
                  <a:cubicBezTo>
                    <a:pt x="19" y="231"/>
                    <a:pt x="28" y="231"/>
                    <a:pt x="35" y="236"/>
                  </a:cubicBezTo>
                  <a:lnTo>
                    <a:pt x="267" y="364"/>
                  </a:lnTo>
                  <a:lnTo>
                    <a:pt x="526" y="169"/>
                  </a:lnTo>
                  <a:cubicBezTo>
                    <a:pt x="535" y="163"/>
                    <a:pt x="545" y="163"/>
                    <a:pt x="554" y="169"/>
                  </a:cubicBezTo>
                  <a:lnTo>
                    <a:pt x="822" y="363"/>
                  </a:lnTo>
                  <a:lnTo>
                    <a:pt x="1126" y="92"/>
                  </a:lnTo>
                  <a:cubicBezTo>
                    <a:pt x="1135" y="84"/>
                    <a:pt x="1148" y="84"/>
                    <a:pt x="1157" y="92"/>
                  </a:cubicBezTo>
                  <a:lnTo>
                    <a:pt x="1460" y="360"/>
                  </a:lnTo>
                  <a:lnTo>
                    <a:pt x="1769" y="9"/>
                  </a:lnTo>
                  <a:cubicBezTo>
                    <a:pt x="1778" y="-2"/>
                    <a:pt x="1792" y="-2"/>
                    <a:pt x="1801" y="7"/>
                  </a:cubicBezTo>
                  <a:cubicBezTo>
                    <a:pt x="1811" y="16"/>
                    <a:pt x="1811" y="30"/>
                    <a:pt x="1802" y="39"/>
                  </a:cubicBezTo>
                  <a:lnTo>
                    <a:pt x="1479" y="408"/>
                  </a:lnTo>
                  <a:cubicBezTo>
                    <a:pt x="1475" y="412"/>
                    <a:pt x="1469" y="415"/>
                    <a:pt x="1463" y="415"/>
                  </a:cubicBezTo>
                  <a:cubicBezTo>
                    <a:pt x="1457" y="415"/>
                    <a:pt x="1451" y="414"/>
                    <a:pt x="1445" y="409"/>
                  </a:cubicBezTo>
                  <a:lnTo>
                    <a:pt x="1141" y="140"/>
                  </a:lnTo>
                  <a:lnTo>
                    <a:pt x="838" y="409"/>
                  </a:lnTo>
                  <a:cubicBezTo>
                    <a:pt x="829" y="417"/>
                    <a:pt x="817" y="417"/>
                    <a:pt x="809" y="411"/>
                  </a:cubicBezTo>
                  <a:lnTo>
                    <a:pt x="539" y="217"/>
                  </a:lnTo>
                  <a:lnTo>
                    <a:pt x="281" y="411"/>
                  </a:lnTo>
                  <a:cubicBezTo>
                    <a:pt x="274" y="417"/>
                    <a:pt x="264" y="417"/>
                    <a:pt x="256" y="412"/>
                  </a:cubicBezTo>
                  <a:lnTo>
                    <a:pt x="45" y="296"/>
                  </a:lnTo>
                  <a:lnTo>
                    <a:pt x="45" y="749"/>
                  </a:lnTo>
                  <a:cubicBezTo>
                    <a:pt x="47" y="762"/>
                    <a:pt x="36" y="773"/>
                    <a:pt x="23" y="7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22"/>
            <p:cNvSpPr/>
            <p:nvPr/>
          </p:nvSpPr>
          <p:spPr>
            <a:xfrm>
              <a:off x="3899880" y="2691720"/>
              <a:ext cx="643320" cy="132840"/>
            </a:xfrm>
            <a:custGeom>
              <a:avLst/>
              <a:gdLst/>
              <a:ahLst/>
              <a:cxnLst/>
              <a:rect l="l" t="t" r="r" b="b"/>
              <a:pathLst>
                <a:path w="1787" h="369" extrusionOk="0">
                  <a:moveTo>
                    <a:pt x="24" y="369"/>
                  </a:moveTo>
                  <a:cubicBezTo>
                    <a:pt x="17" y="369"/>
                    <a:pt x="10" y="366"/>
                    <a:pt x="5" y="359"/>
                  </a:cubicBezTo>
                  <a:cubicBezTo>
                    <a:pt x="-2" y="349"/>
                    <a:pt x="-1" y="334"/>
                    <a:pt x="11" y="327"/>
                  </a:cubicBezTo>
                  <a:lnTo>
                    <a:pt x="243" y="161"/>
                  </a:lnTo>
                  <a:cubicBezTo>
                    <a:pt x="250" y="155"/>
                    <a:pt x="260" y="155"/>
                    <a:pt x="268" y="159"/>
                  </a:cubicBezTo>
                  <a:lnTo>
                    <a:pt x="539" y="317"/>
                  </a:lnTo>
                  <a:lnTo>
                    <a:pt x="767" y="92"/>
                  </a:lnTo>
                  <a:cubicBezTo>
                    <a:pt x="775" y="85"/>
                    <a:pt x="786" y="83"/>
                    <a:pt x="797" y="89"/>
                  </a:cubicBezTo>
                  <a:lnTo>
                    <a:pt x="1149" y="315"/>
                  </a:lnTo>
                  <a:lnTo>
                    <a:pt x="1422" y="8"/>
                  </a:lnTo>
                  <a:cubicBezTo>
                    <a:pt x="1426" y="3"/>
                    <a:pt x="1432" y="0"/>
                    <a:pt x="1438" y="0"/>
                  </a:cubicBezTo>
                  <a:cubicBezTo>
                    <a:pt x="1443" y="0"/>
                    <a:pt x="1451" y="3"/>
                    <a:pt x="1455" y="8"/>
                  </a:cubicBezTo>
                  <a:lnTo>
                    <a:pt x="1781" y="330"/>
                  </a:lnTo>
                  <a:cubicBezTo>
                    <a:pt x="1790" y="338"/>
                    <a:pt x="1790" y="353"/>
                    <a:pt x="1781" y="363"/>
                  </a:cubicBezTo>
                  <a:cubicBezTo>
                    <a:pt x="1773" y="372"/>
                    <a:pt x="1758" y="372"/>
                    <a:pt x="1748" y="363"/>
                  </a:cubicBezTo>
                  <a:lnTo>
                    <a:pt x="1439" y="57"/>
                  </a:lnTo>
                  <a:lnTo>
                    <a:pt x="1170" y="362"/>
                  </a:lnTo>
                  <a:cubicBezTo>
                    <a:pt x="1162" y="371"/>
                    <a:pt x="1149" y="372"/>
                    <a:pt x="1140" y="366"/>
                  </a:cubicBezTo>
                  <a:lnTo>
                    <a:pt x="786" y="140"/>
                  </a:lnTo>
                  <a:lnTo>
                    <a:pt x="558" y="362"/>
                  </a:lnTo>
                  <a:cubicBezTo>
                    <a:pt x="550" y="369"/>
                    <a:pt x="539" y="371"/>
                    <a:pt x="530" y="365"/>
                  </a:cubicBezTo>
                  <a:lnTo>
                    <a:pt x="256" y="206"/>
                  </a:lnTo>
                  <a:lnTo>
                    <a:pt x="37" y="363"/>
                  </a:lnTo>
                  <a:cubicBezTo>
                    <a:pt x="33" y="368"/>
                    <a:pt x="29" y="369"/>
                    <a:pt x="24" y="36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22"/>
            <p:cNvSpPr/>
            <p:nvPr/>
          </p:nvSpPr>
          <p:spPr>
            <a:xfrm>
              <a:off x="4750920" y="2675520"/>
              <a:ext cx="651240" cy="277920"/>
            </a:xfrm>
            <a:custGeom>
              <a:avLst/>
              <a:gdLst/>
              <a:ahLst/>
              <a:cxnLst/>
              <a:rect l="l" t="t" r="r" b="b"/>
              <a:pathLst>
                <a:path w="1809" h="772" extrusionOk="0">
                  <a:moveTo>
                    <a:pt x="1786" y="772"/>
                  </a:moveTo>
                  <a:cubicBezTo>
                    <a:pt x="1773" y="772"/>
                    <a:pt x="1762" y="761"/>
                    <a:pt x="1762" y="748"/>
                  </a:cubicBezTo>
                  <a:lnTo>
                    <a:pt x="1762" y="295"/>
                  </a:lnTo>
                  <a:lnTo>
                    <a:pt x="1551" y="411"/>
                  </a:lnTo>
                  <a:cubicBezTo>
                    <a:pt x="1542" y="416"/>
                    <a:pt x="1534" y="416"/>
                    <a:pt x="1526" y="410"/>
                  </a:cubicBezTo>
                  <a:lnTo>
                    <a:pt x="1268" y="216"/>
                  </a:lnTo>
                  <a:lnTo>
                    <a:pt x="1000" y="410"/>
                  </a:lnTo>
                  <a:cubicBezTo>
                    <a:pt x="991" y="416"/>
                    <a:pt x="979" y="416"/>
                    <a:pt x="971" y="408"/>
                  </a:cubicBezTo>
                  <a:lnTo>
                    <a:pt x="668" y="139"/>
                  </a:lnTo>
                  <a:lnTo>
                    <a:pt x="363" y="408"/>
                  </a:lnTo>
                  <a:cubicBezTo>
                    <a:pt x="359" y="413"/>
                    <a:pt x="353" y="414"/>
                    <a:pt x="346" y="414"/>
                  </a:cubicBezTo>
                  <a:cubicBezTo>
                    <a:pt x="340" y="414"/>
                    <a:pt x="334" y="411"/>
                    <a:pt x="330" y="407"/>
                  </a:cubicBezTo>
                  <a:lnTo>
                    <a:pt x="6" y="38"/>
                  </a:lnTo>
                  <a:cubicBezTo>
                    <a:pt x="-3" y="28"/>
                    <a:pt x="-1" y="13"/>
                    <a:pt x="8" y="6"/>
                  </a:cubicBezTo>
                  <a:cubicBezTo>
                    <a:pt x="18" y="-3"/>
                    <a:pt x="32" y="-1"/>
                    <a:pt x="40" y="8"/>
                  </a:cubicBezTo>
                  <a:lnTo>
                    <a:pt x="349" y="359"/>
                  </a:lnTo>
                  <a:lnTo>
                    <a:pt x="652" y="91"/>
                  </a:lnTo>
                  <a:cubicBezTo>
                    <a:pt x="660" y="83"/>
                    <a:pt x="673" y="83"/>
                    <a:pt x="682" y="91"/>
                  </a:cubicBezTo>
                  <a:lnTo>
                    <a:pt x="987" y="362"/>
                  </a:lnTo>
                  <a:lnTo>
                    <a:pt x="1254" y="168"/>
                  </a:lnTo>
                  <a:cubicBezTo>
                    <a:pt x="1263" y="162"/>
                    <a:pt x="1273" y="162"/>
                    <a:pt x="1282" y="168"/>
                  </a:cubicBezTo>
                  <a:lnTo>
                    <a:pt x="1541" y="363"/>
                  </a:lnTo>
                  <a:lnTo>
                    <a:pt x="1773" y="235"/>
                  </a:lnTo>
                  <a:cubicBezTo>
                    <a:pt x="1780" y="230"/>
                    <a:pt x="1789" y="230"/>
                    <a:pt x="1796" y="235"/>
                  </a:cubicBezTo>
                  <a:cubicBezTo>
                    <a:pt x="1803" y="239"/>
                    <a:pt x="1808" y="247"/>
                    <a:pt x="1808" y="255"/>
                  </a:cubicBezTo>
                  <a:lnTo>
                    <a:pt x="1808" y="748"/>
                  </a:lnTo>
                  <a:cubicBezTo>
                    <a:pt x="1809" y="761"/>
                    <a:pt x="1799" y="772"/>
                    <a:pt x="1786" y="77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22"/>
            <p:cNvSpPr/>
            <p:nvPr/>
          </p:nvSpPr>
          <p:spPr>
            <a:xfrm>
              <a:off x="4759200" y="2691720"/>
              <a:ext cx="642960" cy="132840"/>
            </a:xfrm>
            <a:custGeom>
              <a:avLst/>
              <a:gdLst/>
              <a:ahLst/>
              <a:cxnLst/>
              <a:rect l="l" t="t" r="r" b="b"/>
              <a:pathLst>
                <a:path w="1786" h="369" extrusionOk="0">
                  <a:moveTo>
                    <a:pt x="1763" y="369"/>
                  </a:moveTo>
                  <a:cubicBezTo>
                    <a:pt x="1758" y="369"/>
                    <a:pt x="1754" y="368"/>
                    <a:pt x="1750" y="365"/>
                  </a:cubicBezTo>
                  <a:lnTo>
                    <a:pt x="1531" y="207"/>
                  </a:lnTo>
                  <a:lnTo>
                    <a:pt x="1257" y="366"/>
                  </a:lnTo>
                  <a:cubicBezTo>
                    <a:pt x="1248" y="372"/>
                    <a:pt x="1237" y="371"/>
                    <a:pt x="1229" y="363"/>
                  </a:cubicBezTo>
                  <a:lnTo>
                    <a:pt x="1002" y="140"/>
                  </a:lnTo>
                  <a:lnTo>
                    <a:pt x="648" y="366"/>
                  </a:lnTo>
                  <a:cubicBezTo>
                    <a:pt x="637" y="372"/>
                    <a:pt x="626" y="371"/>
                    <a:pt x="618" y="362"/>
                  </a:cubicBezTo>
                  <a:lnTo>
                    <a:pt x="349" y="57"/>
                  </a:lnTo>
                  <a:lnTo>
                    <a:pt x="40" y="363"/>
                  </a:lnTo>
                  <a:cubicBezTo>
                    <a:pt x="31" y="372"/>
                    <a:pt x="17" y="372"/>
                    <a:pt x="6" y="363"/>
                  </a:cubicBezTo>
                  <a:cubicBezTo>
                    <a:pt x="-2" y="355"/>
                    <a:pt x="-2" y="340"/>
                    <a:pt x="6" y="330"/>
                  </a:cubicBezTo>
                  <a:lnTo>
                    <a:pt x="333" y="8"/>
                  </a:lnTo>
                  <a:cubicBezTo>
                    <a:pt x="337" y="3"/>
                    <a:pt x="343" y="0"/>
                    <a:pt x="350" y="0"/>
                  </a:cubicBezTo>
                  <a:cubicBezTo>
                    <a:pt x="356" y="0"/>
                    <a:pt x="362" y="3"/>
                    <a:pt x="366" y="8"/>
                  </a:cubicBezTo>
                  <a:lnTo>
                    <a:pt x="639" y="315"/>
                  </a:lnTo>
                  <a:lnTo>
                    <a:pt x="991" y="89"/>
                  </a:lnTo>
                  <a:cubicBezTo>
                    <a:pt x="1000" y="83"/>
                    <a:pt x="1012" y="85"/>
                    <a:pt x="1021" y="92"/>
                  </a:cubicBezTo>
                  <a:lnTo>
                    <a:pt x="1248" y="317"/>
                  </a:lnTo>
                  <a:lnTo>
                    <a:pt x="1519" y="159"/>
                  </a:lnTo>
                  <a:cubicBezTo>
                    <a:pt x="1527" y="155"/>
                    <a:pt x="1537" y="155"/>
                    <a:pt x="1544" y="161"/>
                  </a:cubicBezTo>
                  <a:lnTo>
                    <a:pt x="1776" y="327"/>
                  </a:lnTo>
                  <a:cubicBezTo>
                    <a:pt x="1786" y="334"/>
                    <a:pt x="1789" y="349"/>
                    <a:pt x="1782" y="359"/>
                  </a:cubicBezTo>
                  <a:cubicBezTo>
                    <a:pt x="1777" y="365"/>
                    <a:pt x="1770" y="369"/>
                    <a:pt x="1763" y="36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Google Shape;326;p23"/>
          <p:cNvPicPr preferRelativeResize="0"/>
          <p:nvPr/>
        </p:nvPicPr>
        <p:blipFill rotWithShape="1">
          <a:blip r:embed="rId2">
            <a:alphaModFix amt="69000"/>
          </a:blip>
          <a:srcRect/>
          <a:stretch/>
        </p:blipFill>
        <p:spPr>
          <a:xfrm>
            <a:off x="0" y="0"/>
            <a:ext cx="9144000" cy="51435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7" name="Google Shape;327;p23"/>
          <p:cNvGrpSpPr/>
          <p:nvPr/>
        </p:nvGrpSpPr>
        <p:grpSpPr>
          <a:xfrm flipH="1">
            <a:off x="-5250" y="148063"/>
            <a:ext cx="9154500" cy="5000675"/>
            <a:chOff x="-5250" y="148063"/>
            <a:chExt cx="9154500" cy="5000675"/>
          </a:xfrm>
        </p:grpSpPr>
        <p:cxnSp>
          <p:nvCxnSpPr>
            <p:cNvPr id="328" name="Google Shape;328;p23"/>
            <p:cNvCxnSpPr/>
            <p:nvPr/>
          </p:nvCxnSpPr>
          <p:spPr>
            <a:xfrm>
              <a:off x="-5250" y="264463"/>
              <a:ext cx="9154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9" name="Google Shape;329;p23"/>
            <p:cNvCxnSpPr/>
            <p:nvPr/>
          </p:nvCxnSpPr>
          <p:spPr>
            <a:xfrm>
              <a:off x="8787425" y="259338"/>
              <a:ext cx="0" cy="4889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30" name="Google Shape;330;p23"/>
            <p:cNvSpPr/>
            <p:nvPr/>
          </p:nvSpPr>
          <p:spPr>
            <a:xfrm>
              <a:off x="488125" y="211663"/>
              <a:ext cx="723600" cy="1056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stok Web"/>
                <a:ea typeface="Istok Web"/>
                <a:cs typeface="Istok Web"/>
                <a:sym typeface="Istok Web"/>
              </a:endParaRPr>
            </a:p>
          </p:txBody>
        </p:sp>
        <p:sp>
          <p:nvSpPr>
            <p:cNvPr id="331" name="Google Shape;331;p23"/>
            <p:cNvSpPr/>
            <p:nvPr/>
          </p:nvSpPr>
          <p:spPr>
            <a:xfrm>
              <a:off x="8671025" y="148063"/>
              <a:ext cx="232800" cy="2328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stok Web"/>
                <a:ea typeface="Istok Web"/>
                <a:cs typeface="Istok Web"/>
                <a:sym typeface="Istok Web"/>
              </a:endParaRPr>
            </a:p>
          </p:txBody>
        </p:sp>
        <p:sp>
          <p:nvSpPr>
            <p:cNvPr id="332" name="Google Shape;332;p23"/>
            <p:cNvSpPr/>
            <p:nvPr/>
          </p:nvSpPr>
          <p:spPr>
            <a:xfrm>
              <a:off x="8701325" y="4706538"/>
              <a:ext cx="172200" cy="1722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stok Web"/>
                <a:ea typeface="Istok Web"/>
                <a:cs typeface="Istok Web"/>
                <a:sym typeface="Istok Web"/>
              </a:endParaRPr>
            </a:p>
          </p:txBody>
        </p:sp>
      </p:grpSp>
      <p:sp>
        <p:nvSpPr>
          <p:cNvPr id="333" name="Google Shape;333;p23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4" name="Google Shape;334;p23"/>
          <p:cNvSpPr txBox="1">
            <a:spLocks noGrp="1"/>
          </p:cNvSpPr>
          <p:nvPr>
            <p:ph type="subTitle" idx="1"/>
          </p:nvPr>
        </p:nvSpPr>
        <p:spPr>
          <a:xfrm>
            <a:off x="1651063" y="2082917"/>
            <a:ext cx="19782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5" name="Google Shape;335;p23"/>
          <p:cNvSpPr txBox="1">
            <a:spLocks noGrp="1"/>
          </p:cNvSpPr>
          <p:nvPr>
            <p:ph type="subTitle" idx="2"/>
          </p:nvPr>
        </p:nvSpPr>
        <p:spPr>
          <a:xfrm>
            <a:off x="4838141" y="2082917"/>
            <a:ext cx="19782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6" name="Google Shape;336;p23"/>
          <p:cNvSpPr txBox="1">
            <a:spLocks noGrp="1"/>
          </p:cNvSpPr>
          <p:nvPr>
            <p:ph type="subTitle" idx="3"/>
          </p:nvPr>
        </p:nvSpPr>
        <p:spPr>
          <a:xfrm>
            <a:off x="2920413" y="3516317"/>
            <a:ext cx="19782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7" name="Google Shape;337;p23"/>
          <p:cNvSpPr txBox="1">
            <a:spLocks noGrp="1"/>
          </p:cNvSpPr>
          <p:nvPr>
            <p:ph type="subTitle" idx="4"/>
          </p:nvPr>
        </p:nvSpPr>
        <p:spPr>
          <a:xfrm>
            <a:off x="6107491" y="3516317"/>
            <a:ext cx="19782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8" name="Google Shape;338;p23"/>
          <p:cNvSpPr txBox="1">
            <a:spLocks noGrp="1"/>
          </p:cNvSpPr>
          <p:nvPr>
            <p:ph type="subTitle" idx="5"/>
          </p:nvPr>
        </p:nvSpPr>
        <p:spPr>
          <a:xfrm>
            <a:off x="1651075" y="1698675"/>
            <a:ext cx="19782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>
            <a:endParaRPr/>
          </a:p>
        </p:txBody>
      </p:sp>
      <p:sp>
        <p:nvSpPr>
          <p:cNvPr id="339" name="Google Shape;339;p23"/>
          <p:cNvSpPr txBox="1">
            <a:spLocks noGrp="1"/>
          </p:cNvSpPr>
          <p:nvPr>
            <p:ph type="subTitle" idx="6"/>
          </p:nvPr>
        </p:nvSpPr>
        <p:spPr>
          <a:xfrm>
            <a:off x="2920425" y="3132075"/>
            <a:ext cx="19782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>
            <a:endParaRPr/>
          </a:p>
        </p:txBody>
      </p:sp>
      <p:sp>
        <p:nvSpPr>
          <p:cNvPr id="340" name="Google Shape;340;p23"/>
          <p:cNvSpPr txBox="1">
            <a:spLocks noGrp="1"/>
          </p:cNvSpPr>
          <p:nvPr>
            <p:ph type="subTitle" idx="7"/>
          </p:nvPr>
        </p:nvSpPr>
        <p:spPr>
          <a:xfrm>
            <a:off x="4838150" y="1698675"/>
            <a:ext cx="19782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>
            <a:endParaRPr/>
          </a:p>
        </p:txBody>
      </p:sp>
      <p:sp>
        <p:nvSpPr>
          <p:cNvPr id="341" name="Google Shape;341;p23"/>
          <p:cNvSpPr txBox="1">
            <a:spLocks noGrp="1"/>
          </p:cNvSpPr>
          <p:nvPr>
            <p:ph type="subTitle" idx="8"/>
          </p:nvPr>
        </p:nvSpPr>
        <p:spPr>
          <a:xfrm>
            <a:off x="6107500" y="3132075"/>
            <a:ext cx="19782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>
            <a:endParaRPr/>
          </a:p>
        </p:txBody>
      </p:sp>
      <p:grpSp>
        <p:nvGrpSpPr>
          <p:cNvPr id="342" name="Google Shape;342;p23"/>
          <p:cNvGrpSpPr/>
          <p:nvPr/>
        </p:nvGrpSpPr>
        <p:grpSpPr>
          <a:xfrm>
            <a:off x="8511474" y="3598200"/>
            <a:ext cx="592832" cy="1545496"/>
            <a:chOff x="2090350" y="2239265"/>
            <a:chExt cx="905501" cy="2360616"/>
          </a:xfrm>
        </p:grpSpPr>
        <p:sp>
          <p:nvSpPr>
            <p:cNvPr id="343" name="Google Shape;343;p23"/>
            <p:cNvSpPr/>
            <p:nvPr/>
          </p:nvSpPr>
          <p:spPr>
            <a:xfrm flipH="1">
              <a:off x="2712180" y="2613372"/>
              <a:ext cx="283672" cy="1986468"/>
            </a:xfrm>
            <a:custGeom>
              <a:avLst/>
              <a:gdLst/>
              <a:ahLst/>
              <a:cxnLst/>
              <a:rect l="l" t="t" r="r" b="b"/>
              <a:pathLst>
                <a:path w="3722" h="26064" extrusionOk="0">
                  <a:moveTo>
                    <a:pt x="3572" y="1210"/>
                  </a:moveTo>
                  <a:lnTo>
                    <a:pt x="3572" y="605"/>
                  </a:lnTo>
                  <a:lnTo>
                    <a:pt x="3721" y="605"/>
                  </a:lnTo>
                  <a:lnTo>
                    <a:pt x="3721" y="406"/>
                  </a:lnTo>
                  <a:lnTo>
                    <a:pt x="2278" y="406"/>
                  </a:lnTo>
                  <a:lnTo>
                    <a:pt x="2278" y="0"/>
                  </a:lnTo>
                  <a:lnTo>
                    <a:pt x="1445" y="0"/>
                  </a:lnTo>
                  <a:lnTo>
                    <a:pt x="1445" y="406"/>
                  </a:lnTo>
                  <a:lnTo>
                    <a:pt x="0" y="406"/>
                  </a:lnTo>
                  <a:lnTo>
                    <a:pt x="0" y="605"/>
                  </a:lnTo>
                  <a:lnTo>
                    <a:pt x="150" y="605"/>
                  </a:lnTo>
                  <a:lnTo>
                    <a:pt x="150" y="1210"/>
                  </a:lnTo>
                  <a:lnTo>
                    <a:pt x="301" y="1210"/>
                  </a:lnTo>
                  <a:lnTo>
                    <a:pt x="860" y="1963"/>
                  </a:lnTo>
                  <a:lnTo>
                    <a:pt x="696" y="1963"/>
                  </a:lnTo>
                  <a:lnTo>
                    <a:pt x="696" y="2573"/>
                  </a:lnTo>
                  <a:lnTo>
                    <a:pt x="0" y="2573"/>
                  </a:lnTo>
                  <a:lnTo>
                    <a:pt x="0" y="2772"/>
                  </a:lnTo>
                  <a:lnTo>
                    <a:pt x="149" y="2772"/>
                  </a:lnTo>
                  <a:lnTo>
                    <a:pt x="149" y="3376"/>
                  </a:lnTo>
                  <a:lnTo>
                    <a:pt x="548" y="3376"/>
                  </a:lnTo>
                  <a:lnTo>
                    <a:pt x="548" y="2772"/>
                  </a:lnTo>
                  <a:lnTo>
                    <a:pt x="1445" y="2772"/>
                  </a:lnTo>
                  <a:lnTo>
                    <a:pt x="1445" y="6207"/>
                  </a:lnTo>
                  <a:lnTo>
                    <a:pt x="0" y="6207"/>
                  </a:lnTo>
                  <a:lnTo>
                    <a:pt x="0" y="6406"/>
                  </a:lnTo>
                  <a:lnTo>
                    <a:pt x="149" y="6406"/>
                  </a:lnTo>
                  <a:lnTo>
                    <a:pt x="149" y="7010"/>
                  </a:lnTo>
                  <a:lnTo>
                    <a:pt x="548" y="7010"/>
                  </a:lnTo>
                  <a:lnTo>
                    <a:pt x="548" y="6406"/>
                  </a:lnTo>
                  <a:lnTo>
                    <a:pt x="1445" y="6406"/>
                  </a:lnTo>
                  <a:lnTo>
                    <a:pt x="1445" y="26064"/>
                  </a:lnTo>
                  <a:lnTo>
                    <a:pt x="2277" y="26064"/>
                  </a:lnTo>
                  <a:lnTo>
                    <a:pt x="2277" y="6406"/>
                  </a:lnTo>
                  <a:lnTo>
                    <a:pt x="3174" y="6406"/>
                  </a:lnTo>
                  <a:lnTo>
                    <a:pt x="3174" y="7010"/>
                  </a:lnTo>
                  <a:lnTo>
                    <a:pt x="3572" y="7010"/>
                  </a:lnTo>
                  <a:lnTo>
                    <a:pt x="3572" y="6406"/>
                  </a:lnTo>
                  <a:lnTo>
                    <a:pt x="3721" y="6406"/>
                  </a:lnTo>
                  <a:lnTo>
                    <a:pt x="3721" y="6207"/>
                  </a:lnTo>
                  <a:lnTo>
                    <a:pt x="2277" y="6207"/>
                  </a:lnTo>
                  <a:lnTo>
                    <a:pt x="2277" y="2772"/>
                  </a:lnTo>
                  <a:lnTo>
                    <a:pt x="3174" y="2772"/>
                  </a:lnTo>
                  <a:lnTo>
                    <a:pt x="3174" y="3376"/>
                  </a:lnTo>
                  <a:lnTo>
                    <a:pt x="3572" y="3376"/>
                  </a:lnTo>
                  <a:lnTo>
                    <a:pt x="3572" y="2772"/>
                  </a:lnTo>
                  <a:lnTo>
                    <a:pt x="3721" y="2772"/>
                  </a:lnTo>
                  <a:lnTo>
                    <a:pt x="3721" y="2573"/>
                  </a:lnTo>
                  <a:lnTo>
                    <a:pt x="3026" y="2573"/>
                  </a:lnTo>
                  <a:lnTo>
                    <a:pt x="3026" y="1963"/>
                  </a:lnTo>
                  <a:lnTo>
                    <a:pt x="2863" y="1963"/>
                  </a:lnTo>
                  <a:lnTo>
                    <a:pt x="3420" y="1210"/>
                  </a:lnTo>
                  <a:lnTo>
                    <a:pt x="3572" y="1210"/>
                  </a:lnTo>
                  <a:close/>
                  <a:moveTo>
                    <a:pt x="1445" y="2573"/>
                  </a:moveTo>
                  <a:lnTo>
                    <a:pt x="1094" y="2573"/>
                  </a:lnTo>
                  <a:lnTo>
                    <a:pt x="1094" y="1963"/>
                  </a:lnTo>
                  <a:lnTo>
                    <a:pt x="964" y="1963"/>
                  </a:lnTo>
                  <a:lnTo>
                    <a:pt x="406" y="1209"/>
                  </a:lnTo>
                  <a:lnTo>
                    <a:pt x="549" y="1209"/>
                  </a:lnTo>
                  <a:lnTo>
                    <a:pt x="549" y="605"/>
                  </a:lnTo>
                  <a:lnTo>
                    <a:pt x="1445" y="605"/>
                  </a:lnTo>
                  <a:close/>
                  <a:moveTo>
                    <a:pt x="2759" y="1963"/>
                  </a:moveTo>
                  <a:lnTo>
                    <a:pt x="2628" y="1963"/>
                  </a:lnTo>
                  <a:lnTo>
                    <a:pt x="2628" y="2573"/>
                  </a:lnTo>
                  <a:lnTo>
                    <a:pt x="2278" y="2573"/>
                  </a:lnTo>
                  <a:lnTo>
                    <a:pt x="2278" y="605"/>
                  </a:lnTo>
                  <a:lnTo>
                    <a:pt x="3174" y="605"/>
                  </a:lnTo>
                  <a:lnTo>
                    <a:pt x="3174" y="1209"/>
                  </a:lnTo>
                  <a:lnTo>
                    <a:pt x="3317" y="120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23"/>
            <p:cNvSpPr/>
            <p:nvPr/>
          </p:nvSpPr>
          <p:spPr>
            <a:xfrm flipH="1">
              <a:off x="2090350" y="2239265"/>
              <a:ext cx="337102" cy="2360616"/>
            </a:xfrm>
            <a:custGeom>
              <a:avLst/>
              <a:gdLst/>
              <a:ahLst/>
              <a:cxnLst/>
              <a:rect l="l" t="t" r="r" b="b"/>
              <a:pathLst>
                <a:path w="3722" h="26064" extrusionOk="0">
                  <a:moveTo>
                    <a:pt x="3572" y="1210"/>
                  </a:moveTo>
                  <a:lnTo>
                    <a:pt x="3572" y="605"/>
                  </a:lnTo>
                  <a:lnTo>
                    <a:pt x="3721" y="605"/>
                  </a:lnTo>
                  <a:lnTo>
                    <a:pt x="3721" y="406"/>
                  </a:lnTo>
                  <a:lnTo>
                    <a:pt x="2278" y="406"/>
                  </a:lnTo>
                  <a:lnTo>
                    <a:pt x="2278" y="0"/>
                  </a:lnTo>
                  <a:lnTo>
                    <a:pt x="1445" y="0"/>
                  </a:lnTo>
                  <a:lnTo>
                    <a:pt x="1445" y="406"/>
                  </a:lnTo>
                  <a:lnTo>
                    <a:pt x="0" y="406"/>
                  </a:lnTo>
                  <a:lnTo>
                    <a:pt x="0" y="605"/>
                  </a:lnTo>
                  <a:lnTo>
                    <a:pt x="150" y="605"/>
                  </a:lnTo>
                  <a:lnTo>
                    <a:pt x="150" y="1210"/>
                  </a:lnTo>
                  <a:lnTo>
                    <a:pt x="301" y="1210"/>
                  </a:lnTo>
                  <a:lnTo>
                    <a:pt x="860" y="1963"/>
                  </a:lnTo>
                  <a:lnTo>
                    <a:pt x="696" y="1963"/>
                  </a:lnTo>
                  <a:lnTo>
                    <a:pt x="696" y="2573"/>
                  </a:lnTo>
                  <a:lnTo>
                    <a:pt x="0" y="2573"/>
                  </a:lnTo>
                  <a:lnTo>
                    <a:pt x="0" y="2772"/>
                  </a:lnTo>
                  <a:lnTo>
                    <a:pt x="149" y="2772"/>
                  </a:lnTo>
                  <a:lnTo>
                    <a:pt x="149" y="3376"/>
                  </a:lnTo>
                  <a:lnTo>
                    <a:pt x="548" y="3376"/>
                  </a:lnTo>
                  <a:lnTo>
                    <a:pt x="548" y="2772"/>
                  </a:lnTo>
                  <a:lnTo>
                    <a:pt x="1445" y="2772"/>
                  </a:lnTo>
                  <a:lnTo>
                    <a:pt x="1445" y="6207"/>
                  </a:lnTo>
                  <a:lnTo>
                    <a:pt x="0" y="6207"/>
                  </a:lnTo>
                  <a:lnTo>
                    <a:pt x="0" y="6406"/>
                  </a:lnTo>
                  <a:lnTo>
                    <a:pt x="149" y="6406"/>
                  </a:lnTo>
                  <a:lnTo>
                    <a:pt x="149" y="7010"/>
                  </a:lnTo>
                  <a:lnTo>
                    <a:pt x="548" y="7010"/>
                  </a:lnTo>
                  <a:lnTo>
                    <a:pt x="548" y="6406"/>
                  </a:lnTo>
                  <a:lnTo>
                    <a:pt x="1445" y="6406"/>
                  </a:lnTo>
                  <a:lnTo>
                    <a:pt x="1445" y="26064"/>
                  </a:lnTo>
                  <a:lnTo>
                    <a:pt x="2277" y="26064"/>
                  </a:lnTo>
                  <a:lnTo>
                    <a:pt x="2277" y="6406"/>
                  </a:lnTo>
                  <a:lnTo>
                    <a:pt x="3174" y="6406"/>
                  </a:lnTo>
                  <a:lnTo>
                    <a:pt x="3174" y="7010"/>
                  </a:lnTo>
                  <a:lnTo>
                    <a:pt x="3572" y="7010"/>
                  </a:lnTo>
                  <a:lnTo>
                    <a:pt x="3572" y="6406"/>
                  </a:lnTo>
                  <a:lnTo>
                    <a:pt x="3721" y="6406"/>
                  </a:lnTo>
                  <a:lnTo>
                    <a:pt x="3721" y="6207"/>
                  </a:lnTo>
                  <a:lnTo>
                    <a:pt x="2277" y="6207"/>
                  </a:lnTo>
                  <a:lnTo>
                    <a:pt x="2277" y="2772"/>
                  </a:lnTo>
                  <a:lnTo>
                    <a:pt x="3174" y="2772"/>
                  </a:lnTo>
                  <a:lnTo>
                    <a:pt x="3174" y="3376"/>
                  </a:lnTo>
                  <a:lnTo>
                    <a:pt x="3572" y="3376"/>
                  </a:lnTo>
                  <a:lnTo>
                    <a:pt x="3572" y="2772"/>
                  </a:lnTo>
                  <a:lnTo>
                    <a:pt x="3721" y="2772"/>
                  </a:lnTo>
                  <a:lnTo>
                    <a:pt x="3721" y="2573"/>
                  </a:lnTo>
                  <a:lnTo>
                    <a:pt x="3026" y="2573"/>
                  </a:lnTo>
                  <a:lnTo>
                    <a:pt x="3026" y="1963"/>
                  </a:lnTo>
                  <a:lnTo>
                    <a:pt x="2863" y="1963"/>
                  </a:lnTo>
                  <a:lnTo>
                    <a:pt x="3420" y="1210"/>
                  </a:lnTo>
                  <a:lnTo>
                    <a:pt x="3572" y="1210"/>
                  </a:lnTo>
                  <a:close/>
                  <a:moveTo>
                    <a:pt x="1445" y="2573"/>
                  </a:moveTo>
                  <a:lnTo>
                    <a:pt x="1094" y="2573"/>
                  </a:lnTo>
                  <a:lnTo>
                    <a:pt x="1094" y="1963"/>
                  </a:lnTo>
                  <a:lnTo>
                    <a:pt x="964" y="1963"/>
                  </a:lnTo>
                  <a:lnTo>
                    <a:pt x="406" y="1209"/>
                  </a:lnTo>
                  <a:lnTo>
                    <a:pt x="549" y="1209"/>
                  </a:lnTo>
                  <a:lnTo>
                    <a:pt x="549" y="605"/>
                  </a:lnTo>
                  <a:lnTo>
                    <a:pt x="1445" y="605"/>
                  </a:lnTo>
                  <a:close/>
                  <a:moveTo>
                    <a:pt x="2759" y="1963"/>
                  </a:moveTo>
                  <a:lnTo>
                    <a:pt x="2628" y="1963"/>
                  </a:lnTo>
                  <a:lnTo>
                    <a:pt x="2628" y="2573"/>
                  </a:lnTo>
                  <a:lnTo>
                    <a:pt x="2278" y="2573"/>
                  </a:lnTo>
                  <a:lnTo>
                    <a:pt x="2278" y="605"/>
                  </a:lnTo>
                  <a:lnTo>
                    <a:pt x="3174" y="605"/>
                  </a:lnTo>
                  <a:lnTo>
                    <a:pt x="3174" y="1209"/>
                  </a:lnTo>
                  <a:lnTo>
                    <a:pt x="3317" y="120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23"/>
            <p:cNvSpPr/>
            <p:nvPr/>
          </p:nvSpPr>
          <p:spPr>
            <a:xfrm flipH="1">
              <a:off x="2378953" y="2297047"/>
              <a:ext cx="350052" cy="379826"/>
            </a:xfrm>
            <a:custGeom>
              <a:avLst/>
              <a:gdLst/>
              <a:ahLst/>
              <a:cxnLst/>
              <a:rect l="l" t="t" r="r" b="b"/>
              <a:pathLst>
                <a:path w="12020" h="14298" extrusionOk="0">
                  <a:moveTo>
                    <a:pt x="0" y="13737"/>
                  </a:moveTo>
                  <a:cubicBezTo>
                    <a:pt x="5217" y="16868"/>
                    <a:pt x="10098" y="5773"/>
                    <a:pt x="12020" y="0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46" name="Google Shape;346;p23"/>
            <p:cNvSpPr/>
            <p:nvPr/>
          </p:nvSpPr>
          <p:spPr>
            <a:xfrm flipH="1">
              <a:off x="2371680" y="2464308"/>
              <a:ext cx="364950" cy="364950"/>
            </a:xfrm>
            <a:custGeom>
              <a:avLst/>
              <a:gdLst/>
              <a:ahLst/>
              <a:cxnLst/>
              <a:rect l="l" t="t" r="r" b="b"/>
              <a:pathLst>
                <a:path w="13738" h="13738" extrusionOk="0">
                  <a:moveTo>
                    <a:pt x="0" y="13738"/>
                  </a:moveTo>
                  <a:cubicBezTo>
                    <a:pt x="6476" y="13738"/>
                    <a:pt x="12169" y="6283"/>
                    <a:pt x="13738" y="0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47" name="Google Shape;347;p23"/>
            <p:cNvSpPr/>
            <p:nvPr/>
          </p:nvSpPr>
          <p:spPr>
            <a:xfrm flipH="1">
              <a:off x="2385676" y="2832756"/>
              <a:ext cx="350104" cy="284644"/>
            </a:xfrm>
            <a:custGeom>
              <a:avLst/>
              <a:gdLst/>
              <a:ahLst/>
              <a:cxnLst/>
              <a:rect l="l" t="t" r="r" b="b"/>
              <a:pathLst>
                <a:path w="12605" h="10715" extrusionOk="0">
                  <a:moveTo>
                    <a:pt x="0" y="10599"/>
                  </a:moveTo>
                  <a:cubicBezTo>
                    <a:pt x="5415" y="11499"/>
                    <a:pt x="11704" y="5415"/>
                    <a:pt x="12605" y="0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4" name="Google Shape;374;p25"/>
          <p:cNvPicPr preferRelativeResize="0"/>
          <p:nvPr/>
        </p:nvPicPr>
        <p:blipFill rotWithShape="1">
          <a:blip r:embed="rId2">
            <a:alphaModFix amt="69000"/>
          </a:blip>
          <a:srcRect/>
          <a:stretch/>
        </p:blipFill>
        <p:spPr>
          <a:xfrm>
            <a:off x="0" y="0"/>
            <a:ext cx="9144000" cy="51435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5" name="Google Shape;375;p25"/>
          <p:cNvGrpSpPr/>
          <p:nvPr/>
        </p:nvGrpSpPr>
        <p:grpSpPr>
          <a:xfrm>
            <a:off x="-5250" y="148063"/>
            <a:ext cx="9154500" cy="5000675"/>
            <a:chOff x="-5250" y="148063"/>
            <a:chExt cx="9154500" cy="5000675"/>
          </a:xfrm>
        </p:grpSpPr>
        <p:cxnSp>
          <p:nvCxnSpPr>
            <p:cNvPr id="376" name="Google Shape;376;p25"/>
            <p:cNvCxnSpPr/>
            <p:nvPr/>
          </p:nvCxnSpPr>
          <p:spPr>
            <a:xfrm>
              <a:off x="-5250" y="264463"/>
              <a:ext cx="9154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7" name="Google Shape;377;p25"/>
            <p:cNvCxnSpPr/>
            <p:nvPr/>
          </p:nvCxnSpPr>
          <p:spPr>
            <a:xfrm>
              <a:off x="8787425" y="259338"/>
              <a:ext cx="0" cy="4889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78" name="Google Shape;378;p25"/>
            <p:cNvSpPr/>
            <p:nvPr/>
          </p:nvSpPr>
          <p:spPr>
            <a:xfrm>
              <a:off x="488125" y="211663"/>
              <a:ext cx="723600" cy="1056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stok Web"/>
                <a:ea typeface="Istok Web"/>
                <a:cs typeface="Istok Web"/>
                <a:sym typeface="Istok Web"/>
              </a:endParaRPr>
            </a:p>
          </p:txBody>
        </p:sp>
        <p:sp>
          <p:nvSpPr>
            <p:cNvPr id="379" name="Google Shape;379;p25"/>
            <p:cNvSpPr/>
            <p:nvPr/>
          </p:nvSpPr>
          <p:spPr>
            <a:xfrm>
              <a:off x="8671025" y="148063"/>
              <a:ext cx="232800" cy="2328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stok Web"/>
                <a:ea typeface="Istok Web"/>
                <a:cs typeface="Istok Web"/>
                <a:sym typeface="Istok Web"/>
              </a:endParaRPr>
            </a:p>
          </p:txBody>
        </p:sp>
        <p:sp>
          <p:nvSpPr>
            <p:cNvPr id="380" name="Google Shape;380;p25"/>
            <p:cNvSpPr/>
            <p:nvPr/>
          </p:nvSpPr>
          <p:spPr>
            <a:xfrm>
              <a:off x="8701325" y="4706538"/>
              <a:ext cx="172200" cy="1722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stok Web"/>
                <a:ea typeface="Istok Web"/>
                <a:cs typeface="Istok Web"/>
                <a:sym typeface="Istok Web"/>
              </a:endParaRPr>
            </a:p>
          </p:txBody>
        </p:sp>
      </p:grpSp>
      <p:sp>
        <p:nvSpPr>
          <p:cNvPr id="381" name="Google Shape;381;p25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82" name="Google Shape;382;p25"/>
          <p:cNvSpPr txBox="1">
            <a:spLocks noGrp="1"/>
          </p:cNvSpPr>
          <p:nvPr>
            <p:ph type="subTitle" idx="1"/>
          </p:nvPr>
        </p:nvSpPr>
        <p:spPr>
          <a:xfrm>
            <a:off x="713225" y="2302303"/>
            <a:ext cx="22038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3" name="Google Shape;383;p25"/>
          <p:cNvSpPr txBox="1">
            <a:spLocks noGrp="1"/>
          </p:cNvSpPr>
          <p:nvPr>
            <p:ph type="subTitle" idx="2"/>
          </p:nvPr>
        </p:nvSpPr>
        <p:spPr>
          <a:xfrm>
            <a:off x="3469313" y="2302303"/>
            <a:ext cx="22038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4" name="Google Shape;384;p25"/>
          <p:cNvSpPr txBox="1">
            <a:spLocks noGrp="1"/>
          </p:cNvSpPr>
          <p:nvPr>
            <p:ph type="subTitle" idx="3"/>
          </p:nvPr>
        </p:nvSpPr>
        <p:spPr>
          <a:xfrm>
            <a:off x="713225" y="3964300"/>
            <a:ext cx="22038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5" name="Google Shape;385;p25"/>
          <p:cNvSpPr txBox="1">
            <a:spLocks noGrp="1"/>
          </p:cNvSpPr>
          <p:nvPr>
            <p:ph type="subTitle" idx="4"/>
          </p:nvPr>
        </p:nvSpPr>
        <p:spPr>
          <a:xfrm>
            <a:off x="3469313" y="3964300"/>
            <a:ext cx="22038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6" name="Google Shape;386;p25"/>
          <p:cNvSpPr txBox="1">
            <a:spLocks noGrp="1"/>
          </p:cNvSpPr>
          <p:nvPr>
            <p:ph type="subTitle" idx="5"/>
          </p:nvPr>
        </p:nvSpPr>
        <p:spPr>
          <a:xfrm>
            <a:off x="6225400" y="2302303"/>
            <a:ext cx="22038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7" name="Google Shape;387;p25"/>
          <p:cNvSpPr txBox="1">
            <a:spLocks noGrp="1"/>
          </p:cNvSpPr>
          <p:nvPr>
            <p:ph type="subTitle" idx="6"/>
          </p:nvPr>
        </p:nvSpPr>
        <p:spPr>
          <a:xfrm>
            <a:off x="6225400" y="3964300"/>
            <a:ext cx="22038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8" name="Google Shape;388;p25"/>
          <p:cNvSpPr txBox="1">
            <a:spLocks noGrp="1"/>
          </p:cNvSpPr>
          <p:nvPr>
            <p:ph type="subTitle" idx="7"/>
          </p:nvPr>
        </p:nvSpPr>
        <p:spPr>
          <a:xfrm>
            <a:off x="713225" y="1917700"/>
            <a:ext cx="2206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>
            <a:endParaRPr/>
          </a:p>
        </p:txBody>
      </p:sp>
      <p:sp>
        <p:nvSpPr>
          <p:cNvPr id="389" name="Google Shape;389;p25"/>
          <p:cNvSpPr txBox="1">
            <a:spLocks noGrp="1"/>
          </p:cNvSpPr>
          <p:nvPr>
            <p:ph type="subTitle" idx="8"/>
          </p:nvPr>
        </p:nvSpPr>
        <p:spPr>
          <a:xfrm>
            <a:off x="3468563" y="1917700"/>
            <a:ext cx="2206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>
            <a:endParaRPr/>
          </a:p>
        </p:txBody>
      </p:sp>
      <p:sp>
        <p:nvSpPr>
          <p:cNvPr id="390" name="Google Shape;390;p25"/>
          <p:cNvSpPr txBox="1">
            <a:spLocks noGrp="1"/>
          </p:cNvSpPr>
          <p:nvPr>
            <p:ph type="subTitle" idx="9"/>
          </p:nvPr>
        </p:nvSpPr>
        <p:spPr>
          <a:xfrm>
            <a:off x="6223900" y="1917700"/>
            <a:ext cx="2206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>
            <a:endParaRPr/>
          </a:p>
        </p:txBody>
      </p:sp>
      <p:sp>
        <p:nvSpPr>
          <p:cNvPr id="391" name="Google Shape;391;p25"/>
          <p:cNvSpPr txBox="1">
            <a:spLocks noGrp="1"/>
          </p:cNvSpPr>
          <p:nvPr>
            <p:ph type="subTitle" idx="13"/>
          </p:nvPr>
        </p:nvSpPr>
        <p:spPr>
          <a:xfrm>
            <a:off x="713225" y="3578469"/>
            <a:ext cx="2206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>
            <a:endParaRPr/>
          </a:p>
        </p:txBody>
      </p:sp>
      <p:sp>
        <p:nvSpPr>
          <p:cNvPr id="392" name="Google Shape;392;p25"/>
          <p:cNvSpPr txBox="1">
            <a:spLocks noGrp="1"/>
          </p:cNvSpPr>
          <p:nvPr>
            <p:ph type="subTitle" idx="14"/>
          </p:nvPr>
        </p:nvSpPr>
        <p:spPr>
          <a:xfrm>
            <a:off x="3468563" y="3578469"/>
            <a:ext cx="2206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>
            <a:endParaRPr/>
          </a:p>
        </p:txBody>
      </p:sp>
      <p:sp>
        <p:nvSpPr>
          <p:cNvPr id="393" name="Google Shape;393;p25"/>
          <p:cNvSpPr txBox="1">
            <a:spLocks noGrp="1"/>
          </p:cNvSpPr>
          <p:nvPr>
            <p:ph type="subTitle" idx="15"/>
          </p:nvPr>
        </p:nvSpPr>
        <p:spPr>
          <a:xfrm>
            <a:off x="6223900" y="3578469"/>
            <a:ext cx="22068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000" b="1"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>
            <a:endParaRPr/>
          </a:p>
        </p:txBody>
      </p:sp>
      <p:grpSp>
        <p:nvGrpSpPr>
          <p:cNvPr id="394" name="Google Shape;394;p25"/>
          <p:cNvGrpSpPr/>
          <p:nvPr/>
        </p:nvGrpSpPr>
        <p:grpSpPr>
          <a:xfrm>
            <a:off x="57150" y="3884655"/>
            <a:ext cx="592771" cy="1259556"/>
            <a:chOff x="3733925" y="3400424"/>
            <a:chExt cx="1079728" cy="2294274"/>
          </a:xfrm>
        </p:grpSpPr>
        <p:sp>
          <p:nvSpPr>
            <p:cNvPr id="395" name="Google Shape;395;p25"/>
            <p:cNvSpPr/>
            <p:nvPr/>
          </p:nvSpPr>
          <p:spPr>
            <a:xfrm>
              <a:off x="3733925" y="3445303"/>
              <a:ext cx="1079728" cy="42375"/>
            </a:xfrm>
            <a:custGeom>
              <a:avLst/>
              <a:gdLst/>
              <a:ahLst/>
              <a:cxnLst/>
              <a:rect l="l" t="t" r="r" b="b"/>
              <a:pathLst>
                <a:path w="24563" h="964" extrusionOk="0">
                  <a:moveTo>
                    <a:pt x="1" y="1"/>
                  </a:moveTo>
                  <a:lnTo>
                    <a:pt x="1" y="964"/>
                  </a:lnTo>
                  <a:lnTo>
                    <a:pt x="24562" y="964"/>
                  </a:lnTo>
                  <a:lnTo>
                    <a:pt x="2456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25"/>
            <p:cNvSpPr/>
            <p:nvPr/>
          </p:nvSpPr>
          <p:spPr>
            <a:xfrm>
              <a:off x="4252166" y="3400424"/>
              <a:ext cx="43254" cy="2294274"/>
            </a:xfrm>
            <a:custGeom>
              <a:avLst/>
              <a:gdLst/>
              <a:ahLst/>
              <a:cxnLst/>
              <a:rect l="l" t="t" r="r" b="b"/>
              <a:pathLst>
                <a:path w="984" h="52193" extrusionOk="0">
                  <a:moveTo>
                    <a:pt x="0" y="1"/>
                  </a:moveTo>
                  <a:lnTo>
                    <a:pt x="0" y="52193"/>
                  </a:lnTo>
                  <a:lnTo>
                    <a:pt x="983" y="52193"/>
                  </a:lnTo>
                  <a:lnTo>
                    <a:pt x="9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25"/>
            <p:cNvSpPr/>
            <p:nvPr/>
          </p:nvSpPr>
          <p:spPr>
            <a:xfrm>
              <a:off x="3761178" y="3401523"/>
              <a:ext cx="83036" cy="80047"/>
            </a:xfrm>
            <a:custGeom>
              <a:avLst/>
              <a:gdLst/>
              <a:ahLst/>
              <a:cxnLst/>
              <a:rect l="l" t="t" r="r" b="b"/>
              <a:pathLst>
                <a:path w="1889" h="1821" extrusionOk="0">
                  <a:moveTo>
                    <a:pt x="945" y="1"/>
                  </a:moveTo>
                  <a:cubicBezTo>
                    <a:pt x="473" y="1"/>
                    <a:pt x="1" y="304"/>
                    <a:pt x="10" y="911"/>
                  </a:cubicBezTo>
                  <a:cubicBezTo>
                    <a:pt x="1" y="1517"/>
                    <a:pt x="473" y="1820"/>
                    <a:pt x="945" y="1820"/>
                  </a:cubicBezTo>
                  <a:cubicBezTo>
                    <a:pt x="1416" y="1820"/>
                    <a:pt x="1888" y="1517"/>
                    <a:pt x="1879" y="911"/>
                  </a:cubicBezTo>
                  <a:cubicBezTo>
                    <a:pt x="1888" y="304"/>
                    <a:pt x="1416" y="1"/>
                    <a:pt x="9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25"/>
            <p:cNvSpPr/>
            <p:nvPr/>
          </p:nvSpPr>
          <p:spPr>
            <a:xfrm>
              <a:off x="4703374" y="3401523"/>
              <a:ext cx="82992" cy="80047"/>
            </a:xfrm>
            <a:custGeom>
              <a:avLst/>
              <a:gdLst/>
              <a:ahLst/>
              <a:cxnLst/>
              <a:rect l="l" t="t" r="r" b="b"/>
              <a:pathLst>
                <a:path w="1888" h="1821" extrusionOk="0">
                  <a:moveTo>
                    <a:pt x="944" y="1"/>
                  </a:moveTo>
                  <a:cubicBezTo>
                    <a:pt x="472" y="1"/>
                    <a:pt x="0" y="304"/>
                    <a:pt x="9" y="911"/>
                  </a:cubicBezTo>
                  <a:cubicBezTo>
                    <a:pt x="0" y="1517"/>
                    <a:pt x="472" y="1820"/>
                    <a:pt x="944" y="1820"/>
                  </a:cubicBezTo>
                  <a:cubicBezTo>
                    <a:pt x="1416" y="1820"/>
                    <a:pt x="1887" y="1517"/>
                    <a:pt x="1878" y="911"/>
                  </a:cubicBezTo>
                  <a:cubicBezTo>
                    <a:pt x="1887" y="304"/>
                    <a:pt x="1416" y="1"/>
                    <a:pt x="9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1"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26"/>
          <p:cNvPicPr preferRelativeResize="0"/>
          <p:nvPr/>
        </p:nvPicPr>
        <p:blipFill rotWithShape="1">
          <a:blip r:embed="rId2">
            <a:alphaModFix amt="69000"/>
          </a:blip>
          <a:srcRect/>
          <a:stretch/>
        </p:blipFill>
        <p:spPr>
          <a:xfrm>
            <a:off x="0" y="0"/>
            <a:ext cx="9144000" cy="5143522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26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402" name="Google Shape;402;p26"/>
          <p:cNvGrpSpPr/>
          <p:nvPr/>
        </p:nvGrpSpPr>
        <p:grpSpPr>
          <a:xfrm>
            <a:off x="8478398" y="3555950"/>
            <a:ext cx="634563" cy="1587396"/>
            <a:chOff x="3899880" y="1817280"/>
            <a:chExt cx="1502280" cy="3758040"/>
          </a:xfrm>
        </p:grpSpPr>
        <p:sp>
          <p:nvSpPr>
            <p:cNvPr id="403" name="Google Shape;403;p26"/>
            <p:cNvSpPr/>
            <p:nvPr/>
          </p:nvSpPr>
          <p:spPr>
            <a:xfrm>
              <a:off x="4374000" y="1818000"/>
              <a:ext cx="554760" cy="3757320"/>
            </a:xfrm>
            <a:custGeom>
              <a:avLst/>
              <a:gdLst/>
              <a:ahLst/>
              <a:cxnLst/>
              <a:rect l="l" t="t" r="r" b="b"/>
              <a:pathLst>
                <a:path w="1541" h="10437" extrusionOk="0">
                  <a:moveTo>
                    <a:pt x="1519" y="10437"/>
                  </a:moveTo>
                  <a:cubicBezTo>
                    <a:pt x="1508" y="10437"/>
                    <a:pt x="1498" y="10427"/>
                    <a:pt x="1496" y="10416"/>
                  </a:cubicBezTo>
                  <a:lnTo>
                    <a:pt x="918" y="47"/>
                  </a:lnTo>
                  <a:lnTo>
                    <a:pt x="625" y="47"/>
                  </a:lnTo>
                  <a:lnTo>
                    <a:pt x="46" y="10416"/>
                  </a:lnTo>
                  <a:cubicBezTo>
                    <a:pt x="46" y="10429"/>
                    <a:pt x="36" y="10439"/>
                    <a:pt x="22" y="10437"/>
                  </a:cubicBezTo>
                  <a:cubicBezTo>
                    <a:pt x="8" y="10437"/>
                    <a:pt x="0" y="10426"/>
                    <a:pt x="0" y="10413"/>
                  </a:cubicBezTo>
                  <a:lnTo>
                    <a:pt x="578" y="22"/>
                  </a:lnTo>
                  <a:cubicBezTo>
                    <a:pt x="578" y="10"/>
                    <a:pt x="588" y="0"/>
                    <a:pt x="601" y="0"/>
                  </a:cubicBezTo>
                  <a:lnTo>
                    <a:pt x="938" y="0"/>
                  </a:lnTo>
                  <a:cubicBezTo>
                    <a:pt x="950" y="0"/>
                    <a:pt x="960" y="10"/>
                    <a:pt x="961" y="22"/>
                  </a:cubicBezTo>
                  <a:lnTo>
                    <a:pt x="1541" y="10413"/>
                  </a:lnTo>
                  <a:cubicBezTo>
                    <a:pt x="1543" y="10426"/>
                    <a:pt x="1534" y="10436"/>
                    <a:pt x="1519" y="104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26"/>
            <p:cNvSpPr/>
            <p:nvPr/>
          </p:nvSpPr>
          <p:spPr>
            <a:xfrm>
              <a:off x="4381200" y="1817280"/>
              <a:ext cx="527760" cy="3613320"/>
            </a:xfrm>
            <a:custGeom>
              <a:avLst/>
              <a:gdLst/>
              <a:ahLst/>
              <a:cxnLst/>
              <a:rect l="l" t="t" r="r" b="b"/>
              <a:pathLst>
                <a:path w="1466" h="10037" extrusionOk="0">
                  <a:moveTo>
                    <a:pt x="25" y="10037"/>
                  </a:moveTo>
                  <a:cubicBezTo>
                    <a:pt x="16" y="10037"/>
                    <a:pt x="7" y="10031"/>
                    <a:pt x="3" y="10024"/>
                  </a:cubicBezTo>
                  <a:cubicBezTo>
                    <a:pt x="-3" y="10013"/>
                    <a:pt x="3" y="9999"/>
                    <a:pt x="15" y="9994"/>
                  </a:cubicBezTo>
                  <a:lnTo>
                    <a:pt x="1392" y="9377"/>
                  </a:lnTo>
                  <a:lnTo>
                    <a:pt x="93" y="8561"/>
                  </a:lnTo>
                  <a:cubicBezTo>
                    <a:pt x="86" y="8557"/>
                    <a:pt x="82" y="8550"/>
                    <a:pt x="83" y="8541"/>
                  </a:cubicBezTo>
                  <a:cubicBezTo>
                    <a:pt x="83" y="8532"/>
                    <a:pt x="88" y="8525"/>
                    <a:pt x="95" y="8522"/>
                  </a:cubicBezTo>
                  <a:lnTo>
                    <a:pt x="1309" y="7801"/>
                  </a:lnTo>
                  <a:lnTo>
                    <a:pt x="176" y="7125"/>
                  </a:lnTo>
                  <a:cubicBezTo>
                    <a:pt x="169" y="7120"/>
                    <a:pt x="165" y="7113"/>
                    <a:pt x="165" y="7106"/>
                  </a:cubicBezTo>
                  <a:cubicBezTo>
                    <a:pt x="165" y="7097"/>
                    <a:pt x="169" y="7090"/>
                    <a:pt x="175" y="7085"/>
                  </a:cubicBezTo>
                  <a:lnTo>
                    <a:pt x="1233" y="6422"/>
                  </a:lnTo>
                  <a:lnTo>
                    <a:pt x="249" y="5787"/>
                  </a:lnTo>
                  <a:cubicBezTo>
                    <a:pt x="243" y="5783"/>
                    <a:pt x="239" y="5778"/>
                    <a:pt x="239" y="5770"/>
                  </a:cubicBezTo>
                  <a:cubicBezTo>
                    <a:pt x="239" y="5763"/>
                    <a:pt x="242" y="5755"/>
                    <a:pt x="248" y="5751"/>
                  </a:cubicBezTo>
                  <a:lnTo>
                    <a:pt x="1161" y="5005"/>
                  </a:lnTo>
                  <a:lnTo>
                    <a:pt x="331" y="4304"/>
                  </a:lnTo>
                  <a:cubicBezTo>
                    <a:pt x="325" y="4299"/>
                    <a:pt x="322" y="4294"/>
                    <a:pt x="322" y="4286"/>
                  </a:cubicBezTo>
                  <a:cubicBezTo>
                    <a:pt x="322" y="4279"/>
                    <a:pt x="325" y="4273"/>
                    <a:pt x="331" y="4269"/>
                  </a:cubicBezTo>
                  <a:lnTo>
                    <a:pt x="1086" y="3622"/>
                  </a:lnTo>
                  <a:lnTo>
                    <a:pt x="402" y="3034"/>
                  </a:lnTo>
                  <a:cubicBezTo>
                    <a:pt x="396" y="3030"/>
                    <a:pt x="393" y="3022"/>
                    <a:pt x="393" y="3015"/>
                  </a:cubicBezTo>
                  <a:cubicBezTo>
                    <a:pt x="393" y="3008"/>
                    <a:pt x="398" y="3002"/>
                    <a:pt x="404" y="2998"/>
                  </a:cubicBezTo>
                  <a:lnTo>
                    <a:pt x="1020" y="2563"/>
                  </a:lnTo>
                  <a:lnTo>
                    <a:pt x="449" y="2208"/>
                  </a:lnTo>
                  <a:cubicBezTo>
                    <a:pt x="443" y="2204"/>
                    <a:pt x="439" y="2198"/>
                    <a:pt x="437" y="2189"/>
                  </a:cubicBezTo>
                  <a:cubicBezTo>
                    <a:pt x="437" y="2182"/>
                    <a:pt x="440" y="2174"/>
                    <a:pt x="446" y="2170"/>
                  </a:cubicBezTo>
                  <a:lnTo>
                    <a:pt x="976" y="1750"/>
                  </a:lnTo>
                  <a:lnTo>
                    <a:pt x="493" y="1383"/>
                  </a:lnTo>
                  <a:cubicBezTo>
                    <a:pt x="487" y="1379"/>
                    <a:pt x="484" y="1371"/>
                    <a:pt x="484" y="1364"/>
                  </a:cubicBezTo>
                  <a:cubicBezTo>
                    <a:pt x="484" y="1356"/>
                    <a:pt x="487" y="1350"/>
                    <a:pt x="493" y="1345"/>
                  </a:cubicBezTo>
                  <a:lnTo>
                    <a:pt x="936" y="994"/>
                  </a:lnTo>
                  <a:lnTo>
                    <a:pt x="532" y="697"/>
                  </a:lnTo>
                  <a:cubicBezTo>
                    <a:pt x="526" y="693"/>
                    <a:pt x="523" y="685"/>
                    <a:pt x="523" y="678"/>
                  </a:cubicBezTo>
                  <a:cubicBezTo>
                    <a:pt x="523" y="671"/>
                    <a:pt x="526" y="663"/>
                    <a:pt x="532" y="659"/>
                  </a:cubicBezTo>
                  <a:lnTo>
                    <a:pt x="903" y="362"/>
                  </a:lnTo>
                  <a:lnTo>
                    <a:pt x="567" y="41"/>
                  </a:lnTo>
                  <a:cubicBezTo>
                    <a:pt x="558" y="33"/>
                    <a:pt x="557" y="18"/>
                    <a:pt x="565" y="8"/>
                  </a:cubicBezTo>
                  <a:cubicBezTo>
                    <a:pt x="574" y="-1"/>
                    <a:pt x="589" y="-2"/>
                    <a:pt x="599" y="6"/>
                  </a:cubicBezTo>
                  <a:lnTo>
                    <a:pt x="954" y="344"/>
                  </a:lnTo>
                  <a:cubicBezTo>
                    <a:pt x="959" y="349"/>
                    <a:pt x="962" y="356"/>
                    <a:pt x="962" y="362"/>
                  </a:cubicBezTo>
                  <a:cubicBezTo>
                    <a:pt x="962" y="369"/>
                    <a:pt x="959" y="375"/>
                    <a:pt x="953" y="379"/>
                  </a:cubicBezTo>
                  <a:lnTo>
                    <a:pt x="584" y="675"/>
                  </a:lnTo>
                  <a:lnTo>
                    <a:pt x="988" y="972"/>
                  </a:lnTo>
                  <a:cubicBezTo>
                    <a:pt x="994" y="977"/>
                    <a:pt x="997" y="983"/>
                    <a:pt x="997" y="991"/>
                  </a:cubicBezTo>
                  <a:cubicBezTo>
                    <a:pt x="997" y="998"/>
                    <a:pt x="994" y="1006"/>
                    <a:pt x="988" y="1010"/>
                  </a:cubicBezTo>
                  <a:lnTo>
                    <a:pt x="545" y="1361"/>
                  </a:lnTo>
                  <a:lnTo>
                    <a:pt x="1029" y="1729"/>
                  </a:lnTo>
                  <a:cubicBezTo>
                    <a:pt x="1035" y="1733"/>
                    <a:pt x="1038" y="1740"/>
                    <a:pt x="1038" y="1748"/>
                  </a:cubicBezTo>
                  <a:cubicBezTo>
                    <a:pt x="1038" y="1755"/>
                    <a:pt x="1035" y="1762"/>
                    <a:pt x="1029" y="1766"/>
                  </a:cubicBezTo>
                  <a:lnTo>
                    <a:pt x="501" y="2185"/>
                  </a:lnTo>
                  <a:lnTo>
                    <a:pt x="1072" y="2537"/>
                  </a:lnTo>
                  <a:cubicBezTo>
                    <a:pt x="1080" y="2542"/>
                    <a:pt x="1083" y="2549"/>
                    <a:pt x="1084" y="2556"/>
                  </a:cubicBezTo>
                  <a:cubicBezTo>
                    <a:pt x="1084" y="2563"/>
                    <a:pt x="1081" y="2571"/>
                    <a:pt x="1074" y="2575"/>
                  </a:cubicBezTo>
                  <a:lnTo>
                    <a:pt x="453" y="3012"/>
                  </a:lnTo>
                  <a:lnTo>
                    <a:pt x="1135" y="3597"/>
                  </a:lnTo>
                  <a:cubicBezTo>
                    <a:pt x="1141" y="3601"/>
                    <a:pt x="1144" y="3608"/>
                    <a:pt x="1144" y="3615"/>
                  </a:cubicBezTo>
                  <a:cubicBezTo>
                    <a:pt x="1144" y="3623"/>
                    <a:pt x="1141" y="3628"/>
                    <a:pt x="1135" y="3632"/>
                  </a:cubicBezTo>
                  <a:lnTo>
                    <a:pt x="380" y="4279"/>
                  </a:lnTo>
                  <a:lnTo>
                    <a:pt x="1212" y="4980"/>
                  </a:lnTo>
                  <a:cubicBezTo>
                    <a:pt x="1218" y="4984"/>
                    <a:pt x="1221" y="4991"/>
                    <a:pt x="1221" y="4997"/>
                  </a:cubicBezTo>
                  <a:cubicBezTo>
                    <a:pt x="1221" y="5005"/>
                    <a:pt x="1218" y="5010"/>
                    <a:pt x="1212" y="5015"/>
                  </a:cubicBezTo>
                  <a:lnTo>
                    <a:pt x="302" y="5758"/>
                  </a:lnTo>
                  <a:lnTo>
                    <a:pt x="1290" y="6396"/>
                  </a:lnTo>
                  <a:cubicBezTo>
                    <a:pt x="1297" y="6400"/>
                    <a:pt x="1300" y="6408"/>
                    <a:pt x="1300" y="6415"/>
                  </a:cubicBezTo>
                  <a:cubicBezTo>
                    <a:pt x="1300" y="6422"/>
                    <a:pt x="1295" y="6430"/>
                    <a:pt x="1290" y="6434"/>
                  </a:cubicBezTo>
                  <a:lnTo>
                    <a:pt x="233" y="7095"/>
                  </a:lnTo>
                  <a:lnTo>
                    <a:pt x="1367" y="7773"/>
                  </a:lnTo>
                  <a:cubicBezTo>
                    <a:pt x="1374" y="7777"/>
                    <a:pt x="1378" y="7785"/>
                    <a:pt x="1378" y="7793"/>
                  </a:cubicBezTo>
                  <a:cubicBezTo>
                    <a:pt x="1378" y="7802"/>
                    <a:pt x="1374" y="7809"/>
                    <a:pt x="1367" y="7814"/>
                  </a:cubicBezTo>
                  <a:lnTo>
                    <a:pt x="153" y="8537"/>
                  </a:lnTo>
                  <a:lnTo>
                    <a:pt x="1456" y="9355"/>
                  </a:lnTo>
                  <a:cubicBezTo>
                    <a:pt x="1463" y="9360"/>
                    <a:pt x="1467" y="9368"/>
                    <a:pt x="1466" y="9377"/>
                  </a:cubicBezTo>
                  <a:cubicBezTo>
                    <a:pt x="1466" y="9386"/>
                    <a:pt x="1460" y="9393"/>
                    <a:pt x="1453" y="9396"/>
                  </a:cubicBezTo>
                  <a:lnTo>
                    <a:pt x="35" y="10030"/>
                  </a:lnTo>
                  <a:cubicBezTo>
                    <a:pt x="31" y="10036"/>
                    <a:pt x="28" y="10037"/>
                    <a:pt x="25" y="1003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26"/>
            <p:cNvSpPr/>
            <p:nvPr/>
          </p:nvSpPr>
          <p:spPr>
            <a:xfrm>
              <a:off x="4394520" y="1817640"/>
              <a:ext cx="527040" cy="3612960"/>
            </a:xfrm>
            <a:custGeom>
              <a:avLst/>
              <a:gdLst/>
              <a:ahLst/>
              <a:cxnLst/>
              <a:rect l="l" t="t" r="r" b="b"/>
              <a:pathLst>
                <a:path w="1464" h="10036" extrusionOk="0">
                  <a:moveTo>
                    <a:pt x="1439" y="10036"/>
                  </a:moveTo>
                  <a:cubicBezTo>
                    <a:pt x="1436" y="10036"/>
                    <a:pt x="1433" y="10036"/>
                    <a:pt x="1430" y="10035"/>
                  </a:cubicBezTo>
                  <a:lnTo>
                    <a:pt x="13" y="9401"/>
                  </a:lnTo>
                  <a:cubicBezTo>
                    <a:pt x="5" y="9398"/>
                    <a:pt x="0" y="9389"/>
                    <a:pt x="0" y="9382"/>
                  </a:cubicBezTo>
                  <a:cubicBezTo>
                    <a:pt x="0" y="9373"/>
                    <a:pt x="2" y="9366"/>
                    <a:pt x="10" y="9360"/>
                  </a:cubicBezTo>
                  <a:lnTo>
                    <a:pt x="1312" y="8541"/>
                  </a:lnTo>
                  <a:lnTo>
                    <a:pt x="99" y="7817"/>
                  </a:lnTo>
                  <a:cubicBezTo>
                    <a:pt x="91" y="7813"/>
                    <a:pt x="87" y="7806"/>
                    <a:pt x="87" y="7797"/>
                  </a:cubicBezTo>
                  <a:cubicBezTo>
                    <a:pt x="87" y="7788"/>
                    <a:pt x="91" y="7781"/>
                    <a:pt x="99" y="7776"/>
                  </a:cubicBezTo>
                  <a:lnTo>
                    <a:pt x="1232" y="7099"/>
                  </a:lnTo>
                  <a:lnTo>
                    <a:pt x="176" y="6437"/>
                  </a:lnTo>
                  <a:cubicBezTo>
                    <a:pt x="169" y="6433"/>
                    <a:pt x="166" y="6426"/>
                    <a:pt x="166" y="6418"/>
                  </a:cubicBezTo>
                  <a:cubicBezTo>
                    <a:pt x="166" y="6411"/>
                    <a:pt x="170" y="6402"/>
                    <a:pt x="176" y="6399"/>
                  </a:cubicBezTo>
                  <a:lnTo>
                    <a:pt x="1164" y="5761"/>
                  </a:lnTo>
                  <a:lnTo>
                    <a:pt x="253" y="5018"/>
                  </a:lnTo>
                  <a:cubicBezTo>
                    <a:pt x="247" y="5014"/>
                    <a:pt x="244" y="5009"/>
                    <a:pt x="244" y="5001"/>
                  </a:cubicBezTo>
                  <a:cubicBezTo>
                    <a:pt x="244" y="4994"/>
                    <a:pt x="247" y="4988"/>
                    <a:pt x="253" y="4983"/>
                  </a:cubicBezTo>
                  <a:lnTo>
                    <a:pt x="1085" y="4282"/>
                  </a:lnTo>
                  <a:lnTo>
                    <a:pt x="330" y="3635"/>
                  </a:lnTo>
                  <a:cubicBezTo>
                    <a:pt x="324" y="3631"/>
                    <a:pt x="322" y="3625"/>
                    <a:pt x="322" y="3618"/>
                  </a:cubicBezTo>
                  <a:cubicBezTo>
                    <a:pt x="322" y="3611"/>
                    <a:pt x="324" y="3605"/>
                    <a:pt x="330" y="3600"/>
                  </a:cubicBezTo>
                  <a:lnTo>
                    <a:pt x="1012" y="3016"/>
                  </a:lnTo>
                  <a:lnTo>
                    <a:pt x="391" y="2579"/>
                  </a:lnTo>
                  <a:cubicBezTo>
                    <a:pt x="386" y="2574"/>
                    <a:pt x="381" y="2567"/>
                    <a:pt x="381" y="2560"/>
                  </a:cubicBezTo>
                  <a:cubicBezTo>
                    <a:pt x="381" y="2552"/>
                    <a:pt x="386" y="2545"/>
                    <a:pt x="393" y="2541"/>
                  </a:cubicBezTo>
                  <a:lnTo>
                    <a:pt x="964" y="2188"/>
                  </a:lnTo>
                  <a:lnTo>
                    <a:pt x="434" y="1767"/>
                  </a:lnTo>
                  <a:cubicBezTo>
                    <a:pt x="428" y="1763"/>
                    <a:pt x="425" y="1755"/>
                    <a:pt x="425" y="1748"/>
                  </a:cubicBezTo>
                  <a:cubicBezTo>
                    <a:pt x="425" y="1741"/>
                    <a:pt x="428" y="1733"/>
                    <a:pt x="434" y="1729"/>
                  </a:cubicBezTo>
                  <a:lnTo>
                    <a:pt x="917" y="1362"/>
                  </a:lnTo>
                  <a:lnTo>
                    <a:pt x="475" y="1011"/>
                  </a:lnTo>
                  <a:cubicBezTo>
                    <a:pt x="469" y="1006"/>
                    <a:pt x="466" y="999"/>
                    <a:pt x="466" y="992"/>
                  </a:cubicBezTo>
                  <a:cubicBezTo>
                    <a:pt x="466" y="984"/>
                    <a:pt x="469" y="977"/>
                    <a:pt x="475" y="973"/>
                  </a:cubicBezTo>
                  <a:lnTo>
                    <a:pt x="878" y="676"/>
                  </a:lnTo>
                  <a:lnTo>
                    <a:pt x="509" y="380"/>
                  </a:lnTo>
                  <a:cubicBezTo>
                    <a:pt x="504" y="375"/>
                    <a:pt x="501" y="369"/>
                    <a:pt x="501" y="362"/>
                  </a:cubicBezTo>
                  <a:cubicBezTo>
                    <a:pt x="501" y="354"/>
                    <a:pt x="504" y="349"/>
                    <a:pt x="508" y="345"/>
                  </a:cubicBezTo>
                  <a:lnTo>
                    <a:pt x="864" y="7"/>
                  </a:lnTo>
                  <a:cubicBezTo>
                    <a:pt x="872" y="-2"/>
                    <a:pt x="887" y="-2"/>
                    <a:pt x="897" y="8"/>
                  </a:cubicBezTo>
                  <a:cubicBezTo>
                    <a:pt x="906" y="17"/>
                    <a:pt x="906" y="32"/>
                    <a:pt x="896" y="42"/>
                  </a:cubicBezTo>
                  <a:lnTo>
                    <a:pt x="559" y="362"/>
                  </a:lnTo>
                  <a:lnTo>
                    <a:pt x="931" y="660"/>
                  </a:lnTo>
                  <a:cubicBezTo>
                    <a:pt x="936" y="664"/>
                    <a:pt x="939" y="670"/>
                    <a:pt x="939" y="678"/>
                  </a:cubicBezTo>
                  <a:cubicBezTo>
                    <a:pt x="939" y="685"/>
                    <a:pt x="936" y="693"/>
                    <a:pt x="931" y="697"/>
                  </a:cubicBezTo>
                  <a:lnTo>
                    <a:pt x="527" y="995"/>
                  </a:lnTo>
                  <a:lnTo>
                    <a:pt x="970" y="1346"/>
                  </a:lnTo>
                  <a:cubicBezTo>
                    <a:pt x="976" y="1350"/>
                    <a:pt x="979" y="1357"/>
                    <a:pt x="979" y="1365"/>
                  </a:cubicBezTo>
                  <a:cubicBezTo>
                    <a:pt x="979" y="1372"/>
                    <a:pt x="976" y="1379"/>
                    <a:pt x="970" y="1384"/>
                  </a:cubicBezTo>
                  <a:lnTo>
                    <a:pt x="486" y="1751"/>
                  </a:lnTo>
                  <a:lnTo>
                    <a:pt x="1017" y="2171"/>
                  </a:lnTo>
                  <a:cubicBezTo>
                    <a:pt x="1022" y="2175"/>
                    <a:pt x="1025" y="2181"/>
                    <a:pt x="1025" y="2189"/>
                  </a:cubicBezTo>
                  <a:cubicBezTo>
                    <a:pt x="1025" y="2196"/>
                    <a:pt x="1021" y="2204"/>
                    <a:pt x="1014" y="2208"/>
                  </a:cubicBezTo>
                  <a:lnTo>
                    <a:pt x="444" y="2560"/>
                  </a:lnTo>
                  <a:lnTo>
                    <a:pt x="1060" y="2994"/>
                  </a:lnTo>
                  <a:cubicBezTo>
                    <a:pt x="1066" y="2998"/>
                    <a:pt x="1070" y="3003"/>
                    <a:pt x="1070" y="3011"/>
                  </a:cubicBezTo>
                  <a:cubicBezTo>
                    <a:pt x="1070" y="3018"/>
                    <a:pt x="1068" y="3026"/>
                    <a:pt x="1062" y="3030"/>
                  </a:cubicBezTo>
                  <a:lnTo>
                    <a:pt x="378" y="3618"/>
                  </a:lnTo>
                  <a:lnTo>
                    <a:pt x="1133" y="4265"/>
                  </a:lnTo>
                  <a:cubicBezTo>
                    <a:pt x="1139" y="4269"/>
                    <a:pt x="1142" y="4275"/>
                    <a:pt x="1142" y="4282"/>
                  </a:cubicBezTo>
                  <a:cubicBezTo>
                    <a:pt x="1142" y="4290"/>
                    <a:pt x="1139" y="4295"/>
                    <a:pt x="1133" y="4300"/>
                  </a:cubicBezTo>
                  <a:lnTo>
                    <a:pt x="303" y="5001"/>
                  </a:lnTo>
                  <a:lnTo>
                    <a:pt x="1216" y="5747"/>
                  </a:lnTo>
                  <a:cubicBezTo>
                    <a:pt x="1222" y="5751"/>
                    <a:pt x="1225" y="5759"/>
                    <a:pt x="1225" y="5766"/>
                  </a:cubicBezTo>
                  <a:cubicBezTo>
                    <a:pt x="1225" y="5774"/>
                    <a:pt x="1221" y="5780"/>
                    <a:pt x="1215" y="5783"/>
                  </a:cubicBezTo>
                  <a:lnTo>
                    <a:pt x="231" y="6418"/>
                  </a:lnTo>
                  <a:lnTo>
                    <a:pt x="1289" y="7081"/>
                  </a:lnTo>
                  <a:cubicBezTo>
                    <a:pt x="1296" y="7086"/>
                    <a:pt x="1301" y="7093"/>
                    <a:pt x="1299" y="7102"/>
                  </a:cubicBezTo>
                  <a:cubicBezTo>
                    <a:pt x="1299" y="7110"/>
                    <a:pt x="1295" y="7118"/>
                    <a:pt x="1288" y="7121"/>
                  </a:cubicBezTo>
                  <a:lnTo>
                    <a:pt x="157" y="7797"/>
                  </a:lnTo>
                  <a:lnTo>
                    <a:pt x="1371" y="8518"/>
                  </a:lnTo>
                  <a:cubicBezTo>
                    <a:pt x="1378" y="8522"/>
                    <a:pt x="1382" y="8530"/>
                    <a:pt x="1382" y="8537"/>
                  </a:cubicBezTo>
                  <a:cubicBezTo>
                    <a:pt x="1382" y="8546"/>
                    <a:pt x="1378" y="8553"/>
                    <a:pt x="1372" y="8557"/>
                  </a:cubicBezTo>
                  <a:lnTo>
                    <a:pt x="74" y="9373"/>
                  </a:lnTo>
                  <a:lnTo>
                    <a:pt x="1451" y="9990"/>
                  </a:lnTo>
                  <a:cubicBezTo>
                    <a:pt x="1462" y="9995"/>
                    <a:pt x="1468" y="10009"/>
                    <a:pt x="1462" y="10020"/>
                  </a:cubicBezTo>
                  <a:cubicBezTo>
                    <a:pt x="1457" y="10030"/>
                    <a:pt x="1449" y="10036"/>
                    <a:pt x="1439" y="1003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26"/>
            <p:cNvSpPr/>
            <p:nvPr/>
          </p:nvSpPr>
          <p:spPr>
            <a:xfrm>
              <a:off x="4150440" y="2053080"/>
              <a:ext cx="1001160" cy="136800"/>
            </a:xfrm>
            <a:custGeom>
              <a:avLst/>
              <a:gdLst/>
              <a:ahLst/>
              <a:cxnLst/>
              <a:rect l="l" t="t" r="r" b="b"/>
              <a:pathLst>
                <a:path w="2781" h="380" extrusionOk="0">
                  <a:moveTo>
                    <a:pt x="1391" y="379"/>
                  </a:moveTo>
                  <a:cubicBezTo>
                    <a:pt x="1390" y="379"/>
                    <a:pt x="1389" y="379"/>
                    <a:pt x="1387" y="379"/>
                  </a:cubicBezTo>
                  <a:lnTo>
                    <a:pt x="19" y="135"/>
                  </a:lnTo>
                  <a:cubicBezTo>
                    <a:pt x="7" y="134"/>
                    <a:pt x="0" y="124"/>
                    <a:pt x="0" y="112"/>
                  </a:cubicBezTo>
                  <a:lnTo>
                    <a:pt x="0" y="23"/>
                  </a:lnTo>
                  <a:cubicBezTo>
                    <a:pt x="0" y="10"/>
                    <a:pt x="10" y="0"/>
                    <a:pt x="23" y="0"/>
                  </a:cubicBezTo>
                  <a:lnTo>
                    <a:pt x="2757" y="0"/>
                  </a:lnTo>
                  <a:cubicBezTo>
                    <a:pt x="2770" y="0"/>
                    <a:pt x="2781" y="10"/>
                    <a:pt x="2781" y="23"/>
                  </a:cubicBezTo>
                  <a:lnTo>
                    <a:pt x="2781" y="113"/>
                  </a:lnTo>
                  <a:cubicBezTo>
                    <a:pt x="2781" y="125"/>
                    <a:pt x="2772" y="134"/>
                    <a:pt x="2762" y="137"/>
                  </a:cubicBezTo>
                  <a:lnTo>
                    <a:pt x="1394" y="380"/>
                  </a:lnTo>
                  <a:cubicBezTo>
                    <a:pt x="1394" y="379"/>
                    <a:pt x="1393" y="379"/>
                    <a:pt x="1391" y="379"/>
                  </a:cubicBezTo>
                  <a:moveTo>
                    <a:pt x="47" y="93"/>
                  </a:moveTo>
                  <a:lnTo>
                    <a:pt x="1391" y="332"/>
                  </a:lnTo>
                  <a:lnTo>
                    <a:pt x="2735" y="93"/>
                  </a:lnTo>
                  <a:lnTo>
                    <a:pt x="2735" y="45"/>
                  </a:lnTo>
                  <a:lnTo>
                    <a:pt x="47" y="45"/>
                  </a:lnTo>
                  <a:lnTo>
                    <a:pt x="47" y="9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26"/>
            <p:cNvSpPr/>
            <p:nvPr/>
          </p:nvSpPr>
          <p:spPr>
            <a:xfrm>
              <a:off x="4150800" y="2053080"/>
              <a:ext cx="429840" cy="184680"/>
            </a:xfrm>
            <a:custGeom>
              <a:avLst/>
              <a:gdLst/>
              <a:ahLst/>
              <a:cxnLst/>
              <a:rect l="l" t="t" r="r" b="b"/>
              <a:pathLst>
                <a:path w="1194" h="513" extrusionOk="0">
                  <a:moveTo>
                    <a:pt x="24" y="513"/>
                  </a:moveTo>
                  <a:cubicBezTo>
                    <a:pt x="11" y="513"/>
                    <a:pt x="0" y="502"/>
                    <a:pt x="0" y="489"/>
                  </a:cubicBezTo>
                  <a:lnTo>
                    <a:pt x="0" y="23"/>
                  </a:lnTo>
                  <a:cubicBezTo>
                    <a:pt x="0" y="14"/>
                    <a:pt x="5" y="7"/>
                    <a:pt x="12" y="3"/>
                  </a:cubicBezTo>
                  <a:cubicBezTo>
                    <a:pt x="19" y="-2"/>
                    <a:pt x="30" y="0"/>
                    <a:pt x="35" y="4"/>
                  </a:cubicBezTo>
                  <a:lnTo>
                    <a:pt x="204" y="118"/>
                  </a:lnTo>
                  <a:lnTo>
                    <a:pt x="429" y="3"/>
                  </a:lnTo>
                  <a:cubicBezTo>
                    <a:pt x="439" y="-2"/>
                    <a:pt x="451" y="0"/>
                    <a:pt x="458" y="8"/>
                  </a:cubicBezTo>
                  <a:lnTo>
                    <a:pt x="596" y="183"/>
                  </a:lnTo>
                  <a:lnTo>
                    <a:pt x="879" y="4"/>
                  </a:lnTo>
                  <a:cubicBezTo>
                    <a:pt x="888" y="-2"/>
                    <a:pt x="901" y="0"/>
                    <a:pt x="908" y="7"/>
                  </a:cubicBezTo>
                  <a:lnTo>
                    <a:pt x="1188" y="301"/>
                  </a:lnTo>
                  <a:cubicBezTo>
                    <a:pt x="1197" y="310"/>
                    <a:pt x="1197" y="325"/>
                    <a:pt x="1186" y="335"/>
                  </a:cubicBezTo>
                  <a:cubicBezTo>
                    <a:pt x="1178" y="344"/>
                    <a:pt x="1163" y="344"/>
                    <a:pt x="1153" y="333"/>
                  </a:cubicBezTo>
                  <a:lnTo>
                    <a:pt x="886" y="52"/>
                  </a:lnTo>
                  <a:lnTo>
                    <a:pt x="602" y="233"/>
                  </a:lnTo>
                  <a:cubicBezTo>
                    <a:pt x="592" y="239"/>
                    <a:pt x="579" y="237"/>
                    <a:pt x="572" y="227"/>
                  </a:cubicBezTo>
                  <a:lnTo>
                    <a:pt x="433" y="51"/>
                  </a:lnTo>
                  <a:lnTo>
                    <a:pt x="215" y="164"/>
                  </a:lnTo>
                  <a:cubicBezTo>
                    <a:pt x="207" y="169"/>
                    <a:pt x="199" y="167"/>
                    <a:pt x="191" y="163"/>
                  </a:cubicBezTo>
                  <a:lnTo>
                    <a:pt x="47" y="65"/>
                  </a:lnTo>
                  <a:lnTo>
                    <a:pt x="47" y="488"/>
                  </a:lnTo>
                  <a:cubicBezTo>
                    <a:pt x="46" y="502"/>
                    <a:pt x="35" y="513"/>
                    <a:pt x="24" y="51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26"/>
            <p:cNvSpPr/>
            <p:nvPr/>
          </p:nvSpPr>
          <p:spPr>
            <a:xfrm>
              <a:off x="4722120" y="2052360"/>
              <a:ext cx="429840" cy="185400"/>
            </a:xfrm>
            <a:custGeom>
              <a:avLst/>
              <a:gdLst/>
              <a:ahLst/>
              <a:cxnLst/>
              <a:rect l="l" t="t" r="r" b="b"/>
              <a:pathLst>
                <a:path w="1194" h="515" extrusionOk="0">
                  <a:moveTo>
                    <a:pt x="1171" y="515"/>
                  </a:moveTo>
                  <a:cubicBezTo>
                    <a:pt x="1158" y="515"/>
                    <a:pt x="1147" y="504"/>
                    <a:pt x="1147" y="491"/>
                  </a:cubicBezTo>
                  <a:lnTo>
                    <a:pt x="1147" y="69"/>
                  </a:lnTo>
                  <a:lnTo>
                    <a:pt x="1004" y="166"/>
                  </a:lnTo>
                  <a:cubicBezTo>
                    <a:pt x="997" y="171"/>
                    <a:pt x="988" y="172"/>
                    <a:pt x="981" y="168"/>
                  </a:cubicBezTo>
                  <a:lnTo>
                    <a:pt x="762" y="54"/>
                  </a:lnTo>
                  <a:lnTo>
                    <a:pt x="624" y="230"/>
                  </a:lnTo>
                  <a:cubicBezTo>
                    <a:pt x="617" y="239"/>
                    <a:pt x="603" y="242"/>
                    <a:pt x="593" y="236"/>
                  </a:cubicBezTo>
                  <a:lnTo>
                    <a:pt x="308" y="54"/>
                  </a:lnTo>
                  <a:lnTo>
                    <a:pt x="41" y="334"/>
                  </a:lnTo>
                  <a:cubicBezTo>
                    <a:pt x="32" y="343"/>
                    <a:pt x="18" y="344"/>
                    <a:pt x="7" y="335"/>
                  </a:cubicBezTo>
                  <a:cubicBezTo>
                    <a:pt x="-1" y="327"/>
                    <a:pt x="-3" y="312"/>
                    <a:pt x="6" y="302"/>
                  </a:cubicBezTo>
                  <a:lnTo>
                    <a:pt x="286" y="8"/>
                  </a:lnTo>
                  <a:cubicBezTo>
                    <a:pt x="293" y="0"/>
                    <a:pt x="306" y="-3"/>
                    <a:pt x="315" y="5"/>
                  </a:cubicBezTo>
                  <a:lnTo>
                    <a:pt x="598" y="184"/>
                  </a:lnTo>
                  <a:lnTo>
                    <a:pt x="736" y="9"/>
                  </a:lnTo>
                  <a:cubicBezTo>
                    <a:pt x="743" y="0"/>
                    <a:pt x="755" y="-3"/>
                    <a:pt x="765" y="3"/>
                  </a:cubicBezTo>
                  <a:lnTo>
                    <a:pt x="990" y="118"/>
                  </a:lnTo>
                  <a:lnTo>
                    <a:pt x="1158" y="5"/>
                  </a:lnTo>
                  <a:cubicBezTo>
                    <a:pt x="1165" y="0"/>
                    <a:pt x="1174" y="-1"/>
                    <a:pt x="1181" y="3"/>
                  </a:cubicBezTo>
                  <a:cubicBezTo>
                    <a:pt x="1188" y="8"/>
                    <a:pt x="1193" y="15"/>
                    <a:pt x="1193" y="24"/>
                  </a:cubicBezTo>
                  <a:lnTo>
                    <a:pt x="1193" y="490"/>
                  </a:lnTo>
                  <a:cubicBezTo>
                    <a:pt x="1194" y="504"/>
                    <a:pt x="1182" y="515"/>
                    <a:pt x="1171" y="5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26"/>
            <p:cNvSpPr/>
            <p:nvPr/>
          </p:nvSpPr>
          <p:spPr>
            <a:xfrm>
              <a:off x="4102200" y="3223800"/>
              <a:ext cx="1098360" cy="148680"/>
            </a:xfrm>
            <a:custGeom>
              <a:avLst/>
              <a:gdLst/>
              <a:ahLst/>
              <a:cxnLst/>
              <a:rect l="l" t="t" r="r" b="b"/>
              <a:pathLst>
                <a:path w="3051" h="413" extrusionOk="0">
                  <a:moveTo>
                    <a:pt x="3028" y="413"/>
                  </a:moveTo>
                  <a:lnTo>
                    <a:pt x="23" y="413"/>
                  </a:lnTo>
                  <a:cubicBezTo>
                    <a:pt x="10" y="413"/>
                    <a:pt x="0" y="403"/>
                    <a:pt x="0" y="389"/>
                  </a:cubicBezTo>
                  <a:lnTo>
                    <a:pt x="0" y="290"/>
                  </a:lnTo>
                  <a:cubicBezTo>
                    <a:pt x="0" y="279"/>
                    <a:pt x="9" y="270"/>
                    <a:pt x="19" y="267"/>
                  </a:cubicBezTo>
                  <a:lnTo>
                    <a:pt x="1521" y="0"/>
                  </a:lnTo>
                  <a:cubicBezTo>
                    <a:pt x="1524" y="0"/>
                    <a:pt x="1527" y="0"/>
                    <a:pt x="1530" y="0"/>
                  </a:cubicBezTo>
                  <a:lnTo>
                    <a:pt x="3031" y="267"/>
                  </a:lnTo>
                  <a:cubicBezTo>
                    <a:pt x="3043" y="268"/>
                    <a:pt x="3050" y="279"/>
                    <a:pt x="3050" y="290"/>
                  </a:cubicBezTo>
                  <a:lnTo>
                    <a:pt x="3050" y="389"/>
                  </a:lnTo>
                  <a:cubicBezTo>
                    <a:pt x="3051" y="403"/>
                    <a:pt x="3040" y="413"/>
                    <a:pt x="3028" y="413"/>
                  </a:cubicBezTo>
                  <a:moveTo>
                    <a:pt x="47" y="368"/>
                  </a:moveTo>
                  <a:lnTo>
                    <a:pt x="3005" y="368"/>
                  </a:lnTo>
                  <a:lnTo>
                    <a:pt x="3005" y="311"/>
                  </a:lnTo>
                  <a:lnTo>
                    <a:pt x="1525" y="48"/>
                  </a:lnTo>
                  <a:lnTo>
                    <a:pt x="45" y="311"/>
                  </a:lnTo>
                  <a:lnTo>
                    <a:pt x="45" y="368"/>
                  </a:lnTo>
                  <a:lnTo>
                    <a:pt x="47" y="36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26"/>
            <p:cNvSpPr/>
            <p:nvPr/>
          </p:nvSpPr>
          <p:spPr>
            <a:xfrm>
              <a:off x="4102200" y="3249720"/>
              <a:ext cx="416520" cy="279360"/>
            </a:xfrm>
            <a:custGeom>
              <a:avLst/>
              <a:gdLst/>
              <a:ahLst/>
              <a:cxnLst/>
              <a:rect l="l" t="t" r="r" b="b"/>
              <a:pathLst>
                <a:path w="1157" h="776" extrusionOk="0">
                  <a:moveTo>
                    <a:pt x="23" y="776"/>
                  </a:moveTo>
                  <a:cubicBezTo>
                    <a:pt x="10" y="776"/>
                    <a:pt x="0" y="766"/>
                    <a:pt x="0" y="753"/>
                  </a:cubicBezTo>
                  <a:lnTo>
                    <a:pt x="0" y="317"/>
                  </a:lnTo>
                  <a:cubicBezTo>
                    <a:pt x="0" y="309"/>
                    <a:pt x="4" y="301"/>
                    <a:pt x="12" y="297"/>
                  </a:cubicBezTo>
                  <a:lnTo>
                    <a:pt x="229" y="173"/>
                  </a:lnTo>
                  <a:cubicBezTo>
                    <a:pt x="236" y="169"/>
                    <a:pt x="245" y="169"/>
                    <a:pt x="252" y="173"/>
                  </a:cubicBezTo>
                  <a:lnTo>
                    <a:pt x="452" y="288"/>
                  </a:lnTo>
                  <a:lnTo>
                    <a:pt x="629" y="93"/>
                  </a:lnTo>
                  <a:cubicBezTo>
                    <a:pt x="634" y="89"/>
                    <a:pt x="640" y="86"/>
                    <a:pt x="645" y="86"/>
                  </a:cubicBezTo>
                  <a:cubicBezTo>
                    <a:pt x="651" y="86"/>
                    <a:pt x="657" y="87"/>
                    <a:pt x="661" y="92"/>
                  </a:cubicBezTo>
                  <a:lnTo>
                    <a:pt x="873" y="285"/>
                  </a:lnTo>
                  <a:lnTo>
                    <a:pt x="1117" y="7"/>
                  </a:lnTo>
                  <a:cubicBezTo>
                    <a:pt x="1126" y="-3"/>
                    <a:pt x="1141" y="-3"/>
                    <a:pt x="1150" y="6"/>
                  </a:cubicBezTo>
                  <a:cubicBezTo>
                    <a:pt x="1160" y="14"/>
                    <a:pt x="1160" y="29"/>
                    <a:pt x="1151" y="38"/>
                  </a:cubicBezTo>
                  <a:lnTo>
                    <a:pt x="890" y="335"/>
                  </a:lnTo>
                  <a:cubicBezTo>
                    <a:pt x="886" y="339"/>
                    <a:pt x="880" y="342"/>
                    <a:pt x="874" y="342"/>
                  </a:cubicBezTo>
                  <a:cubicBezTo>
                    <a:pt x="868" y="342"/>
                    <a:pt x="863" y="341"/>
                    <a:pt x="857" y="336"/>
                  </a:cubicBezTo>
                  <a:lnTo>
                    <a:pt x="645" y="143"/>
                  </a:lnTo>
                  <a:lnTo>
                    <a:pt x="471" y="335"/>
                  </a:lnTo>
                  <a:cubicBezTo>
                    <a:pt x="463" y="344"/>
                    <a:pt x="452" y="345"/>
                    <a:pt x="441" y="339"/>
                  </a:cubicBezTo>
                  <a:lnTo>
                    <a:pt x="237" y="221"/>
                  </a:lnTo>
                  <a:lnTo>
                    <a:pt x="44" y="332"/>
                  </a:lnTo>
                  <a:lnTo>
                    <a:pt x="44" y="753"/>
                  </a:lnTo>
                  <a:cubicBezTo>
                    <a:pt x="47" y="766"/>
                    <a:pt x="35" y="776"/>
                    <a:pt x="23" y="77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26"/>
            <p:cNvSpPr/>
            <p:nvPr/>
          </p:nvSpPr>
          <p:spPr>
            <a:xfrm>
              <a:off x="4783320" y="3249360"/>
              <a:ext cx="416880" cy="279720"/>
            </a:xfrm>
            <a:custGeom>
              <a:avLst/>
              <a:gdLst/>
              <a:ahLst/>
              <a:cxnLst/>
              <a:rect l="l" t="t" r="r" b="b"/>
              <a:pathLst>
                <a:path w="1158" h="777" extrusionOk="0">
                  <a:moveTo>
                    <a:pt x="1136" y="777"/>
                  </a:moveTo>
                  <a:cubicBezTo>
                    <a:pt x="1123" y="777"/>
                    <a:pt x="1113" y="767"/>
                    <a:pt x="1113" y="754"/>
                  </a:cubicBezTo>
                  <a:lnTo>
                    <a:pt x="1113" y="333"/>
                  </a:lnTo>
                  <a:lnTo>
                    <a:pt x="920" y="222"/>
                  </a:lnTo>
                  <a:lnTo>
                    <a:pt x="716" y="340"/>
                  </a:lnTo>
                  <a:cubicBezTo>
                    <a:pt x="707" y="346"/>
                    <a:pt x="694" y="343"/>
                    <a:pt x="687" y="336"/>
                  </a:cubicBezTo>
                  <a:lnTo>
                    <a:pt x="512" y="144"/>
                  </a:lnTo>
                  <a:lnTo>
                    <a:pt x="301" y="336"/>
                  </a:lnTo>
                  <a:cubicBezTo>
                    <a:pt x="296" y="340"/>
                    <a:pt x="291" y="342"/>
                    <a:pt x="283" y="342"/>
                  </a:cubicBezTo>
                  <a:cubicBezTo>
                    <a:pt x="278" y="342"/>
                    <a:pt x="272" y="339"/>
                    <a:pt x="267" y="334"/>
                  </a:cubicBezTo>
                  <a:lnTo>
                    <a:pt x="6" y="37"/>
                  </a:lnTo>
                  <a:cubicBezTo>
                    <a:pt x="-2" y="27"/>
                    <a:pt x="-1" y="12"/>
                    <a:pt x="8" y="5"/>
                  </a:cubicBezTo>
                  <a:cubicBezTo>
                    <a:pt x="18" y="-4"/>
                    <a:pt x="33" y="-2"/>
                    <a:pt x="40" y="7"/>
                  </a:cubicBezTo>
                  <a:lnTo>
                    <a:pt x="285" y="285"/>
                  </a:lnTo>
                  <a:lnTo>
                    <a:pt x="496" y="91"/>
                  </a:lnTo>
                  <a:cubicBezTo>
                    <a:pt x="500" y="87"/>
                    <a:pt x="506" y="85"/>
                    <a:pt x="512" y="85"/>
                  </a:cubicBezTo>
                  <a:cubicBezTo>
                    <a:pt x="518" y="85"/>
                    <a:pt x="524" y="88"/>
                    <a:pt x="528" y="93"/>
                  </a:cubicBezTo>
                  <a:lnTo>
                    <a:pt x="706" y="288"/>
                  </a:lnTo>
                  <a:lnTo>
                    <a:pt x="906" y="173"/>
                  </a:lnTo>
                  <a:cubicBezTo>
                    <a:pt x="913" y="168"/>
                    <a:pt x="922" y="168"/>
                    <a:pt x="929" y="173"/>
                  </a:cubicBezTo>
                  <a:lnTo>
                    <a:pt x="1145" y="297"/>
                  </a:lnTo>
                  <a:cubicBezTo>
                    <a:pt x="1152" y="301"/>
                    <a:pt x="1157" y="308"/>
                    <a:pt x="1157" y="317"/>
                  </a:cubicBezTo>
                  <a:lnTo>
                    <a:pt x="1157" y="753"/>
                  </a:lnTo>
                  <a:cubicBezTo>
                    <a:pt x="1159" y="767"/>
                    <a:pt x="1148" y="777"/>
                    <a:pt x="1136" y="77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26"/>
            <p:cNvSpPr/>
            <p:nvPr/>
          </p:nvSpPr>
          <p:spPr>
            <a:xfrm>
              <a:off x="3900240" y="2660760"/>
              <a:ext cx="1501920" cy="163800"/>
            </a:xfrm>
            <a:custGeom>
              <a:avLst/>
              <a:gdLst/>
              <a:ahLst/>
              <a:cxnLst/>
              <a:rect l="l" t="t" r="r" b="b"/>
              <a:pathLst>
                <a:path w="4172" h="455" extrusionOk="0">
                  <a:moveTo>
                    <a:pt x="4149" y="455"/>
                  </a:moveTo>
                  <a:lnTo>
                    <a:pt x="23" y="455"/>
                  </a:lnTo>
                  <a:cubicBezTo>
                    <a:pt x="10" y="455"/>
                    <a:pt x="0" y="445"/>
                    <a:pt x="0" y="432"/>
                  </a:cubicBezTo>
                  <a:lnTo>
                    <a:pt x="0" y="296"/>
                  </a:lnTo>
                  <a:cubicBezTo>
                    <a:pt x="0" y="285"/>
                    <a:pt x="9" y="274"/>
                    <a:pt x="20" y="273"/>
                  </a:cubicBezTo>
                  <a:lnTo>
                    <a:pt x="2084" y="0"/>
                  </a:lnTo>
                  <a:cubicBezTo>
                    <a:pt x="2085" y="0"/>
                    <a:pt x="2088" y="0"/>
                    <a:pt x="2089" y="0"/>
                  </a:cubicBezTo>
                  <a:lnTo>
                    <a:pt x="4152" y="273"/>
                  </a:lnTo>
                  <a:cubicBezTo>
                    <a:pt x="4163" y="274"/>
                    <a:pt x="4172" y="285"/>
                    <a:pt x="4172" y="296"/>
                  </a:cubicBezTo>
                  <a:lnTo>
                    <a:pt x="4172" y="432"/>
                  </a:lnTo>
                  <a:cubicBezTo>
                    <a:pt x="4172" y="445"/>
                    <a:pt x="4162" y="455"/>
                    <a:pt x="4149" y="455"/>
                  </a:cubicBezTo>
                  <a:moveTo>
                    <a:pt x="47" y="408"/>
                  </a:moveTo>
                  <a:lnTo>
                    <a:pt x="4125" y="408"/>
                  </a:lnTo>
                  <a:lnTo>
                    <a:pt x="4125" y="317"/>
                  </a:lnTo>
                  <a:lnTo>
                    <a:pt x="2086" y="47"/>
                  </a:lnTo>
                  <a:lnTo>
                    <a:pt x="47" y="317"/>
                  </a:lnTo>
                  <a:lnTo>
                    <a:pt x="47" y="40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26"/>
            <p:cNvSpPr/>
            <p:nvPr/>
          </p:nvSpPr>
          <p:spPr>
            <a:xfrm>
              <a:off x="3900240" y="2675160"/>
              <a:ext cx="650880" cy="278280"/>
            </a:xfrm>
            <a:custGeom>
              <a:avLst/>
              <a:gdLst/>
              <a:ahLst/>
              <a:cxnLst/>
              <a:rect l="l" t="t" r="r" b="b"/>
              <a:pathLst>
                <a:path w="1808" h="773" extrusionOk="0">
                  <a:moveTo>
                    <a:pt x="23" y="773"/>
                  </a:moveTo>
                  <a:cubicBezTo>
                    <a:pt x="10" y="773"/>
                    <a:pt x="0" y="762"/>
                    <a:pt x="0" y="749"/>
                  </a:cubicBezTo>
                  <a:lnTo>
                    <a:pt x="0" y="256"/>
                  </a:lnTo>
                  <a:cubicBezTo>
                    <a:pt x="0" y="248"/>
                    <a:pt x="4" y="240"/>
                    <a:pt x="12" y="236"/>
                  </a:cubicBezTo>
                  <a:cubicBezTo>
                    <a:pt x="19" y="231"/>
                    <a:pt x="28" y="231"/>
                    <a:pt x="35" y="236"/>
                  </a:cubicBezTo>
                  <a:lnTo>
                    <a:pt x="267" y="364"/>
                  </a:lnTo>
                  <a:lnTo>
                    <a:pt x="526" y="169"/>
                  </a:lnTo>
                  <a:cubicBezTo>
                    <a:pt x="535" y="163"/>
                    <a:pt x="545" y="163"/>
                    <a:pt x="554" y="169"/>
                  </a:cubicBezTo>
                  <a:lnTo>
                    <a:pt x="822" y="363"/>
                  </a:lnTo>
                  <a:lnTo>
                    <a:pt x="1126" y="92"/>
                  </a:lnTo>
                  <a:cubicBezTo>
                    <a:pt x="1135" y="84"/>
                    <a:pt x="1148" y="84"/>
                    <a:pt x="1157" y="92"/>
                  </a:cubicBezTo>
                  <a:lnTo>
                    <a:pt x="1460" y="360"/>
                  </a:lnTo>
                  <a:lnTo>
                    <a:pt x="1769" y="9"/>
                  </a:lnTo>
                  <a:cubicBezTo>
                    <a:pt x="1778" y="-2"/>
                    <a:pt x="1792" y="-2"/>
                    <a:pt x="1801" y="7"/>
                  </a:cubicBezTo>
                  <a:cubicBezTo>
                    <a:pt x="1811" y="16"/>
                    <a:pt x="1811" y="30"/>
                    <a:pt x="1802" y="39"/>
                  </a:cubicBezTo>
                  <a:lnTo>
                    <a:pt x="1479" y="408"/>
                  </a:lnTo>
                  <a:cubicBezTo>
                    <a:pt x="1475" y="412"/>
                    <a:pt x="1469" y="415"/>
                    <a:pt x="1463" y="415"/>
                  </a:cubicBezTo>
                  <a:cubicBezTo>
                    <a:pt x="1457" y="415"/>
                    <a:pt x="1451" y="414"/>
                    <a:pt x="1445" y="409"/>
                  </a:cubicBezTo>
                  <a:lnTo>
                    <a:pt x="1141" y="140"/>
                  </a:lnTo>
                  <a:lnTo>
                    <a:pt x="838" y="409"/>
                  </a:lnTo>
                  <a:cubicBezTo>
                    <a:pt x="829" y="417"/>
                    <a:pt x="817" y="417"/>
                    <a:pt x="809" y="411"/>
                  </a:cubicBezTo>
                  <a:lnTo>
                    <a:pt x="539" y="217"/>
                  </a:lnTo>
                  <a:lnTo>
                    <a:pt x="281" y="411"/>
                  </a:lnTo>
                  <a:cubicBezTo>
                    <a:pt x="274" y="417"/>
                    <a:pt x="264" y="417"/>
                    <a:pt x="256" y="412"/>
                  </a:cubicBezTo>
                  <a:lnTo>
                    <a:pt x="45" y="296"/>
                  </a:lnTo>
                  <a:lnTo>
                    <a:pt x="45" y="749"/>
                  </a:lnTo>
                  <a:cubicBezTo>
                    <a:pt x="47" y="762"/>
                    <a:pt x="36" y="773"/>
                    <a:pt x="23" y="77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26"/>
            <p:cNvSpPr/>
            <p:nvPr/>
          </p:nvSpPr>
          <p:spPr>
            <a:xfrm>
              <a:off x="3899880" y="2691720"/>
              <a:ext cx="643320" cy="132840"/>
            </a:xfrm>
            <a:custGeom>
              <a:avLst/>
              <a:gdLst/>
              <a:ahLst/>
              <a:cxnLst/>
              <a:rect l="l" t="t" r="r" b="b"/>
              <a:pathLst>
                <a:path w="1787" h="369" extrusionOk="0">
                  <a:moveTo>
                    <a:pt x="24" y="369"/>
                  </a:moveTo>
                  <a:cubicBezTo>
                    <a:pt x="17" y="369"/>
                    <a:pt x="10" y="366"/>
                    <a:pt x="5" y="359"/>
                  </a:cubicBezTo>
                  <a:cubicBezTo>
                    <a:pt x="-2" y="349"/>
                    <a:pt x="-1" y="334"/>
                    <a:pt x="11" y="327"/>
                  </a:cubicBezTo>
                  <a:lnTo>
                    <a:pt x="243" y="161"/>
                  </a:lnTo>
                  <a:cubicBezTo>
                    <a:pt x="250" y="155"/>
                    <a:pt x="260" y="155"/>
                    <a:pt x="268" y="159"/>
                  </a:cubicBezTo>
                  <a:lnTo>
                    <a:pt x="539" y="317"/>
                  </a:lnTo>
                  <a:lnTo>
                    <a:pt x="767" y="92"/>
                  </a:lnTo>
                  <a:cubicBezTo>
                    <a:pt x="775" y="85"/>
                    <a:pt x="786" y="83"/>
                    <a:pt x="797" y="89"/>
                  </a:cubicBezTo>
                  <a:lnTo>
                    <a:pt x="1149" y="315"/>
                  </a:lnTo>
                  <a:lnTo>
                    <a:pt x="1422" y="8"/>
                  </a:lnTo>
                  <a:cubicBezTo>
                    <a:pt x="1426" y="3"/>
                    <a:pt x="1432" y="0"/>
                    <a:pt x="1438" y="0"/>
                  </a:cubicBezTo>
                  <a:cubicBezTo>
                    <a:pt x="1443" y="0"/>
                    <a:pt x="1451" y="3"/>
                    <a:pt x="1455" y="8"/>
                  </a:cubicBezTo>
                  <a:lnTo>
                    <a:pt x="1781" y="330"/>
                  </a:lnTo>
                  <a:cubicBezTo>
                    <a:pt x="1790" y="338"/>
                    <a:pt x="1790" y="353"/>
                    <a:pt x="1781" y="363"/>
                  </a:cubicBezTo>
                  <a:cubicBezTo>
                    <a:pt x="1773" y="372"/>
                    <a:pt x="1758" y="372"/>
                    <a:pt x="1748" y="363"/>
                  </a:cubicBezTo>
                  <a:lnTo>
                    <a:pt x="1439" y="57"/>
                  </a:lnTo>
                  <a:lnTo>
                    <a:pt x="1170" y="362"/>
                  </a:lnTo>
                  <a:cubicBezTo>
                    <a:pt x="1162" y="371"/>
                    <a:pt x="1149" y="372"/>
                    <a:pt x="1140" y="366"/>
                  </a:cubicBezTo>
                  <a:lnTo>
                    <a:pt x="786" y="140"/>
                  </a:lnTo>
                  <a:lnTo>
                    <a:pt x="558" y="362"/>
                  </a:lnTo>
                  <a:cubicBezTo>
                    <a:pt x="550" y="369"/>
                    <a:pt x="539" y="371"/>
                    <a:pt x="530" y="365"/>
                  </a:cubicBezTo>
                  <a:lnTo>
                    <a:pt x="256" y="206"/>
                  </a:lnTo>
                  <a:lnTo>
                    <a:pt x="37" y="363"/>
                  </a:lnTo>
                  <a:cubicBezTo>
                    <a:pt x="33" y="368"/>
                    <a:pt x="29" y="369"/>
                    <a:pt x="24" y="36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26"/>
            <p:cNvSpPr/>
            <p:nvPr/>
          </p:nvSpPr>
          <p:spPr>
            <a:xfrm>
              <a:off x="4750920" y="2675520"/>
              <a:ext cx="651240" cy="277920"/>
            </a:xfrm>
            <a:custGeom>
              <a:avLst/>
              <a:gdLst/>
              <a:ahLst/>
              <a:cxnLst/>
              <a:rect l="l" t="t" r="r" b="b"/>
              <a:pathLst>
                <a:path w="1809" h="772" extrusionOk="0">
                  <a:moveTo>
                    <a:pt x="1786" y="772"/>
                  </a:moveTo>
                  <a:cubicBezTo>
                    <a:pt x="1773" y="772"/>
                    <a:pt x="1762" y="761"/>
                    <a:pt x="1762" y="748"/>
                  </a:cubicBezTo>
                  <a:lnTo>
                    <a:pt x="1762" y="295"/>
                  </a:lnTo>
                  <a:lnTo>
                    <a:pt x="1551" y="411"/>
                  </a:lnTo>
                  <a:cubicBezTo>
                    <a:pt x="1542" y="416"/>
                    <a:pt x="1534" y="416"/>
                    <a:pt x="1526" y="410"/>
                  </a:cubicBezTo>
                  <a:lnTo>
                    <a:pt x="1268" y="216"/>
                  </a:lnTo>
                  <a:lnTo>
                    <a:pt x="1000" y="410"/>
                  </a:lnTo>
                  <a:cubicBezTo>
                    <a:pt x="991" y="416"/>
                    <a:pt x="979" y="416"/>
                    <a:pt x="971" y="408"/>
                  </a:cubicBezTo>
                  <a:lnTo>
                    <a:pt x="668" y="139"/>
                  </a:lnTo>
                  <a:lnTo>
                    <a:pt x="363" y="408"/>
                  </a:lnTo>
                  <a:cubicBezTo>
                    <a:pt x="359" y="413"/>
                    <a:pt x="353" y="414"/>
                    <a:pt x="346" y="414"/>
                  </a:cubicBezTo>
                  <a:cubicBezTo>
                    <a:pt x="340" y="414"/>
                    <a:pt x="334" y="411"/>
                    <a:pt x="330" y="407"/>
                  </a:cubicBezTo>
                  <a:lnTo>
                    <a:pt x="6" y="38"/>
                  </a:lnTo>
                  <a:cubicBezTo>
                    <a:pt x="-3" y="28"/>
                    <a:pt x="-1" y="13"/>
                    <a:pt x="8" y="6"/>
                  </a:cubicBezTo>
                  <a:cubicBezTo>
                    <a:pt x="18" y="-3"/>
                    <a:pt x="32" y="-1"/>
                    <a:pt x="40" y="8"/>
                  </a:cubicBezTo>
                  <a:lnTo>
                    <a:pt x="349" y="359"/>
                  </a:lnTo>
                  <a:lnTo>
                    <a:pt x="652" y="91"/>
                  </a:lnTo>
                  <a:cubicBezTo>
                    <a:pt x="660" y="83"/>
                    <a:pt x="673" y="83"/>
                    <a:pt x="682" y="91"/>
                  </a:cubicBezTo>
                  <a:lnTo>
                    <a:pt x="987" y="362"/>
                  </a:lnTo>
                  <a:lnTo>
                    <a:pt x="1254" y="168"/>
                  </a:lnTo>
                  <a:cubicBezTo>
                    <a:pt x="1263" y="162"/>
                    <a:pt x="1273" y="162"/>
                    <a:pt x="1282" y="168"/>
                  </a:cubicBezTo>
                  <a:lnTo>
                    <a:pt x="1541" y="363"/>
                  </a:lnTo>
                  <a:lnTo>
                    <a:pt x="1773" y="235"/>
                  </a:lnTo>
                  <a:cubicBezTo>
                    <a:pt x="1780" y="230"/>
                    <a:pt x="1789" y="230"/>
                    <a:pt x="1796" y="235"/>
                  </a:cubicBezTo>
                  <a:cubicBezTo>
                    <a:pt x="1803" y="239"/>
                    <a:pt x="1808" y="247"/>
                    <a:pt x="1808" y="255"/>
                  </a:cubicBezTo>
                  <a:lnTo>
                    <a:pt x="1808" y="748"/>
                  </a:lnTo>
                  <a:cubicBezTo>
                    <a:pt x="1809" y="761"/>
                    <a:pt x="1799" y="772"/>
                    <a:pt x="1786" y="77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26"/>
            <p:cNvSpPr/>
            <p:nvPr/>
          </p:nvSpPr>
          <p:spPr>
            <a:xfrm>
              <a:off x="4759200" y="2691720"/>
              <a:ext cx="642960" cy="132840"/>
            </a:xfrm>
            <a:custGeom>
              <a:avLst/>
              <a:gdLst/>
              <a:ahLst/>
              <a:cxnLst/>
              <a:rect l="l" t="t" r="r" b="b"/>
              <a:pathLst>
                <a:path w="1786" h="369" extrusionOk="0">
                  <a:moveTo>
                    <a:pt x="1763" y="369"/>
                  </a:moveTo>
                  <a:cubicBezTo>
                    <a:pt x="1758" y="369"/>
                    <a:pt x="1754" y="368"/>
                    <a:pt x="1750" y="365"/>
                  </a:cubicBezTo>
                  <a:lnTo>
                    <a:pt x="1531" y="207"/>
                  </a:lnTo>
                  <a:lnTo>
                    <a:pt x="1257" y="366"/>
                  </a:lnTo>
                  <a:cubicBezTo>
                    <a:pt x="1248" y="372"/>
                    <a:pt x="1237" y="371"/>
                    <a:pt x="1229" y="363"/>
                  </a:cubicBezTo>
                  <a:lnTo>
                    <a:pt x="1002" y="140"/>
                  </a:lnTo>
                  <a:lnTo>
                    <a:pt x="648" y="366"/>
                  </a:lnTo>
                  <a:cubicBezTo>
                    <a:pt x="637" y="372"/>
                    <a:pt x="626" y="371"/>
                    <a:pt x="618" y="362"/>
                  </a:cubicBezTo>
                  <a:lnTo>
                    <a:pt x="349" y="57"/>
                  </a:lnTo>
                  <a:lnTo>
                    <a:pt x="40" y="363"/>
                  </a:lnTo>
                  <a:cubicBezTo>
                    <a:pt x="31" y="372"/>
                    <a:pt x="17" y="372"/>
                    <a:pt x="6" y="363"/>
                  </a:cubicBezTo>
                  <a:cubicBezTo>
                    <a:pt x="-2" y="355"/>
                    <a:pt x="-2" y="340"/>
                    <a:pt x="6" y="330"/>
                  </a:cubicBezTo>
                  <a:lnTo>
                    <a:pt x="333" y="8"/>
                  </a:lnTo>
                  <a:cubicBezTo>
                    <a:pt x="337" y="3"/>
                    <a:pt x="343" y="0"/>
                    <a:pt x="350" y="0"/>
                  </a:cubicBezTo>
                  <a:cubicBezTo>
                    <a:pt x="356" y="0"/>
                    <a:pt x="362" y="3"/>
                    <a:pt x="366" y="8"/>
                  </a:cubicBezTo>
                  <a:lnTo>
                    <a:pt x="639" y="315"/>
                  </a:lnTo>
                  <a:lnTo>
                    <a:pt x="991" y="89"/>
                  </a:lnTo>
                  <a:cubicBezTo>
                    <a:pt x="1000" y="83"/>
                    <a:pt x="1012" y="85"/>
                    <a:pt x="1021" y="92"/>
                  </a:cubicBezTo>
                  <a:lnTo>
                    <a:pt x="1248" y="317"/>
                  </a:lnTo>
                  <a:lnTo>
                    <a:pt x="1519" y="159"/>
                  </a:lnTo>
                  <a:cubicBezTo>
                    <a:pt x="1527" y="155"/>
                    <a:pt x="1537" y="155"/>
                    <a:pt x="1544" y="161"/>
                  </a:cubicBezTo>
                  <a:lnTo>
                    <a:pt x="1776" y="327"/>
                  </a:lnTo>
                  <a:cubicBezTo>
                    <a:pt x="1786" y="334"/>
                    <a:pt x="1789" y="349"/>
                    <a:pt x="1782" y="359"/>
                  </a:cubicBezTo>
                  <a:cubicBezTo>
                    <a:pt x="1777" y="365"/>
                    <a:pt x="1770" y="369"/>
                    <a:pt x="1763" y="36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7" name="Google Shape;417;p26"/>
          <p:cNvGrpSpPr/>
          <p:nvPr/>
        </p:nvGrpSpPr>
        <p:grpSpPr>
          <a:xfrm flipH="1">
            <a:off x="-5250" y="148063"/>
            <a:ext cx="9154500" cy="5000675"/>
            <a:chOff x="-5250" y="148063"/>
            <a:chExt cx="9154500" cy="5000675"/>
          </a:xfrm>
        </p:grpSpPr>
        <p:cxnSp>
          <p:nvCxnSpPr>
            <p:cNvPr id="418" name="Google Shape;418;p26"/>
            <p:cNvCxnSpPr/>
            <p:nvPr/>
          </p:nvCxnSpPr>
          <p:spPr>
            <a:xfrm>
              <a:off x="-5250" y="264463"/>
              <a:ext cx="9154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9" name="Google Shape;419;p26"/>
            <p:cNvCxnSpPr/>
            <p:nvPr/>
          </p:nvCxnSpPr>
          <p:spPr>
            <a:xfrm>
              <a:off x="8787425" y="259338"/>
              <a:ext cx="0" cy="4889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20" name="Google Shape;420;p26"/>
            <p:cNvSpPr/>
            <p:nvPr/>
          </p:nvSpPr>
          <p:spPr>
            <a:xfrm>
              <a:off x="488125" y="211663"/>
              <a:ext cx="723600" cy="1056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stok Web"/>
                <a:ea typeface="Istok Web"/>
                <a:cs typeface="Istok Web"/>
                <a:sym typeface="Istok Web"/>
              </a:endParaRPr>
            </a:p>
          </p:txBody>
        </p:sp>
        <p:sp>
          <p:nvSpPr>
            <p:cNvPr id="421" name="Google Shape;421;p26"/>
            <p:cNvSpPr/>
            <p:nvPr/>
          </p:nvSpPr>
          <p:spPr>
            <a:xfrm>
              <a:off x="8671025" y="148063"/>
              <a:ext cx="232800" cy="2328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stok Web"/>
                <a:ea typeface="Istok Web"/>
                <a:cs typeface="Istok Web"/>
                <a:sym typeface="Istok Web"/>
              </a:endParaRPr>
            </a:p>
          </p:txBody>
        </p:sp>
        <p:sp>
          <p:nvSpPr>
            <p:cNvPr id="422" name="Google Shape;422;p26"/>
            <p:cNvSpPr/>
            <p:nvPr/>
          </p:nvSpPr>
          <p:spPr>
            <a:xfrm>
              <a:off x="8701325" y="4706538"/>
              <a:ext cx="172200" cy="1722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stok Web"/>
                <a:ea typeface="Istok Web"/>
                <a:cs typeface="Istok Web"/>
                <a:sym typeface="Istok Web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2"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4" name="Google Shape;424;p27"/>
          <p:cNvPicPr preferRelativeResize="0"/>
          <p:nvPr/>
        </p:nvPicPr>
        <p:blipFill rotWithShape="1">
          <a:blip r:embed="rId2">
            <a:alphaModFix amt="69000"/>
          </a:blip>
          <a:srcRect/>
          <a:stretch/>
        </p:blipFill>
        <p:spPr>
          <a:xfrm>
            <a:off x="0" y="0"/>
            <a:ext cx="9144000" cy="51435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5" name="Google Shape;425;p27"/>
          <p:cNvGrpSpPr/>
          <p:nvPr/>
        </p:nvGrpSpPr>
        <p:grpSpPr>
          <a:xfrm>
            <a:off x="-5250" y="148063"/>
            <a:ext cx="9154500" cy="5000675"/>
            <a:chOff x="-5250" y="148063"/>
            <a:chExt cx="9154500" cy="5000675"/>
          </a:xfrm>
        </p:grpSpPr>
        <p:cxnSp>
          <p:nvCxnSpPr>
            <p:cNvPr id="426" name="Google Shape;426;p27"/>
            <p:cNvCxnSpPr/>
            <p:nvPr/>
          </p:nvCxnSpPr>
          <p:spPr>
            <a:xfrm>
              <a:off x="-5250" y="264463"/>
              <a:ext cx="9154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7" name="Google Shape;427;p27"/>
            <p:cNvCxnSpPr/>
            <p:nvPr/>
          </p:nvCxnSpPr>
          <p:spPr>
            <a:xfrm>
              <a:off x="8787425" y="259338"/>
              <a:ext cx="0" cy="4889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28" name="Google Shape;428;p27"/>
            <p:cNvSpPr/>
            <p:nvPr/>
          </p:nvSpPr>
          <p:spPr>
            <a:xfrm>
              <a:off x="488125" y="211663"/>
              <a:ext cx="723600" cy="1056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stok Web"/>
                <a:ea typeface="Istok Web"/>
                <a:cs typeface="Istok Web"/>
                <a:sym typeface="Istok Web"/>
              </a:endParaRPr>
            </a:p>
          </p:txBody>
        </p:sp>
        <p:sp>
          <p:nvSpPr>
            <p:cNvPr id="429" name="Google Shape;429;p27"/>
            <p:cNvSpPr/>
            <p:nvPr/>
          </p:nvSpPr>
          <p:spPr>
            <a:xfrm>
              <a:off x="8671025" y="148063"/>
              <a:ext cx="232800" cy="2328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stok Web"/>
                <a:ea typeface="Istok Web"/>
                <a:cs typeface="Istok Web"/>
                <a:sym typeface="Istok Web"/>
              </a:endParaRPr>
            </a:p>
          </p:txBody>
        </p:sp>
        <p:sp>
          <p:nvSpPr>
            <p:cNvPr id="430" name="Google Shape;430;p27"/>
            <p:cNvSpPr/>
            <p:nvPr/>
          </p:nvSpPr>
          <p:spPr>
            <a:xfrm>
              <a:off x="8701325" y="4706538"/>
              <a:ext cx="172200" cy="1722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stok Web"/>
                <a:ea typeface="Istok Web"/>
                <a:cs typeface="Istok Web"/>
                <a:sym typeface="Istok Web"/>
              </a:endParaRPr>
            </a:p>
          </p:txBody>
        </p:sp>
      </p:grpSp>
      <p:sp>
        <p:nvSpPr>
          <p:cNvPr id="431" name="Google Shape;431;p27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432" name="Google Shape;432;p27"/>
          <p:cNvGrpSpPr/>
          <p:nvPr/>
        </p:nvGrpSpPr>
        <p:grpSpPr>
          <a:xfrm>
            <a:off x="53274" y="3598200"/>
            <a:ext cx="592832" cy="1545496"/>
            <a:chOff x="2090350" y="2239265"/>
            <a:chExt cx="905501" cy="2360616"/>
          </a:xfrm>
        </p:grpSpPr>
        <p:sp>
          <p:nvSpPr>
            <p:cNvPr id="433" name="Google Shape;433;p27"/>
            <p:cNvSpPr/>
            <p:nvPr/>
          </p:nvSpPr>
          <p:spPr>
            <a:xfrm flipH="1">
              <a:off x="2712180" y="2613372"/>
              <a:ext cx="283672" cy="1986468"/>
            </a:xfrm>
            <a:custGeom>
              <a:avLst/>
              <a:gdLst/>
              <a:ahLst/>
              <a:cxnLst/>
              <a:rect l="l" t="t" r="r" b="b"/>
              <a:pathLst>
                <a:path w="3722" h="26064" extrusionOk="0">
                  <a:moveTo>
                    <a:pt x="3572" y="1210"/>
                  </a:moveTo>
                  <a:lnTo>
                    <a:pt x="3572" y="605"/>
                  </a:lnTo>
                  <a:lnTo>
                    <a:pt x="3721" y="605"/>
                  </a:lnTo>
                  <a:lnTo>
                    <a:pt x="3721" y="406"/>
                  </a:lnTo>
                  <a:lnTo>
                    <a:pt x="2278" y="406"/>
                  </a:lnTo>
                  <a:lnTo>
                    <a:pt x="2278" y="0"/>
                  </a:lnTo>
                  <a:lnTo>
                    <a:pt x="1445" y="0"/>
                  </a:lnTo>
                  <a:lnTo>
                    <a:pt x="1445" y="406"/>
                  </a:lnTo>
                  <a:lnTo>
                    <a:pt x="0" y="406"/>
                  </a:lnTo>
                  <a:lnTo>
                    <a:pt x="0" y="605"/>
                  </a:lnTo>
                  <a:lnTo>
                    <a:pt x="150" y="605"/>
                  </a:lnTo>
                  <a:lnTo>
                    <a:pt x="150" y="1210"/>
                  </a:lnTo>
                  <a:lnTo>
                    <a:pt x="301" y="1210"/>
                  </a:lnTo>
                  <a:lnTo>
                    <a:pt x="860" y="1963"/>
                  </a:lnTo>
                  <a:lnTo>
                    <a:pt x="696" y="1963"/>
                  </a:lnTo>
                  <a:lnTo>
                    <a:pt x="696" y="2573"/>
                  </a:lnTo>
                  <a:lnTo>
                    <a:pt x="0" y="2573"/>
                  </a:lnTo>
                  <a:lnTo>
                    <a:pt x="0" y="2772"/>
                  </a:lnTo>
                  <a:lnTo>
                    <a:pt x="149" y="2772"/>
                  </a:lnTo>
                  <a:lnTo>
                    <a:pt x="149" y="3376"/>
                  </a:lnTo>
                  <a:lnTo>
                    <a:pt x="548" y="3376"/>
                  </a:lnTo>
                  <a:lnTo>
                    <a:pt x="548" y="2772"/>
                  </a:lnTo>
                  <a:lnTo>
                    <a:pt x="1445" y="2772"/>
                  </a:lnTo>
                  <a:lnTo>
                    <a:pt x="1445" y="6207"/>
                  </a:lnTo>
                  <a:lnTo>
                    <a:pt x="0" y="6207"/>
                  </a:lnTo>
                  <a:lnTo>
                    <a:pt x="0" y="6406"/>
                  </a:lnTo>
                  <a:lnTo>
                    <a:pt x="149" y="6406"/>
                  </a:lnTo>
                  <a:lnTo>
                    <a:pt x="149" y="7010"/>
                  </a:lnTo>
                  <a:lnTo>
                    <a:pt x="548" y="7010"/>
                  </a:lnTo>
                  <a:lnTo>
                    <a:pt x="548" y="6406"/>
                  </a:lnTo>
                  <a:lnTo>
                    <a:pt x="1445" y="6406"/>
                  </a:lnTo>
                  <a:lnTo>
                    <a:pt x="1445" y="26064"/>
                  </a:lnTo>
                  <a:lnTo>
                    <a:pt x="2277" y="26064"/>
                  </a:lnTo>
                  <a:lnTo>
                    <a:pt x="2277" y="6406"/>
                  </a:lnTo>
                  <a:lnTo>
                    <a:pt x="3174" y="6406"/>
                  </a:lnTo>
                  <a:lnTo>
                    <a:pt x="3174" y="7010"/>
                  </a:lnTo>
                  <a:lnTo>
                    <a:pt x="3572" y="7010"/>
                  </a:lnTo>
                  <a:lnTo>
                    <a:pt x="3572" y="6406"/>
                  </a:lnTo>
                  <a:lnTo>
                    <a:pt x="3721" y="6406"/>
                  </a:lnTo>
                  <a:lnTo>
                    <a:pt x="3721" y="6207"/>
                  </a:lnTo>
                  <a:lnTo>
                    <a:pt x="2277" y="6207"/>
                  </a:lnTo>
                  <a:lnTo>
                    <a:pt x="2277" y="2772"/>
                  </a:lnTo>
                  <a:lnTo>
                    <a:pt x="3174" y="2772"/>
                  </a:lnTo>
                  <a:lnTo>
                    <a:pt x="3174" y="3376"/>
                  </a:lnTo>
                  <a:lnTo>
                    <a:pt x="3572" y="3376"/>
                  </a:lnTo>
                  <a:lnTo>
                    <a:pt x="3572" y="2772"/>
                  </a:lnTo>
                  <a:lnTo>
                    <a:pt x="3721" y="2772"/>
                  </a:lnTo>
                  <a:lnTo>
                    <a:pt x="3721" y="2573"/>
                  </a:lnTo>
                  <a:lnTo>
                    <a:pt x="3026" y="2573"/>
                  </a:lnTo>
                  <a:lnTo>
                    <a:pt x="3026" y="1963"/>
                  </a:lnTo>
                  <a:lnTo>
                    <a:pt x="2863" y="1963"/>
                  </a:lnTo>
                  <a:lnTo>
                    <a:pt x="3420" y="1210"/>
                  </a:lnTo>
                  <a:lnTo>
                    <a:pt x="3572" y="1210"/>
                  </a:lnTo>
                  <a:close/>
                  <a:moveTo>
                    <a:pt x="1445" y="2573"/>
                  </a:moveTo>
                  <a:lnTo>
                    <a:pt x="1094" y="2573"/>
                  </a:lnTo>
                  <a:lnTo>
                    <a:pt x="1094" y="1963"/>
                  </a:lnTo>
                  <a:lnTo>
                    <a:pt x="964" y="1963"/>
                  </a:lnTo>
                  <a:lnTo>
                    <a:pt x="406" y="1209"/>
                  </a:lnTo>
                  <a:lnTo>
                    <a:pt x="549" y="1209"/>
                  </a:lnTo>
                  <a:lnTo>
                    <a:pt x="549" y="605"/>
                  </a:lnTo>
                  <a:lnTo>
                    <a:pt x="1445" y="605"/>
                  </a:lnTo>
                  <a:close/>
                  <a:moveTo>
                    <a:pt x="2759" y="1963"/>
                  </a:moveTo>
                  <a:lnTo>
                    <a:pt x="2628" y="1963"/>
                  </a:lnTo>
                  <a:lnTo>
                    <a:pt x="2628" y="2573"/>
                  </a:lnTo>
                  <a:lnTo>
                    <a:pt x="2278" y="2573"/>
                  </a:lnTo>
                  <a:lnTo>
                    <a:pt x="2278" y="605"/>
                  </a:lnTo>
                  <a:lnTo>
                    <a:pt x="3174" y="605"/>
                  </a:lnTo>
                  <a:lnTo>
                    <a:pt x="3174" y="1209"/>
                  </a:lnTo>
                  <a:lnTo>
                    <a:pt x="3317" y="120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27"/>
            <p:cNvSpPr/>
            <p:nvPr/>
          </p:nvSpPr>
          <p:spPr>
            <a:xfrm flipH="1">
              <a:off x="2090350" y="2239265"/>
              <a:ext cx="337102" cy="2360616"/>
            </a:xfrm>
            <a:custGeom>
              <a:avLst/>
              <a:gdLst/>
              <a:ahLst/>
              <a:cxnLst/>
              <a:rect l="l" t="t" r="r" b="b"/>
              <a:pathLst>
                <a:path w="3722" h="26064" extrusionOk="0">
                  <a:moveTo>
                    <a:pt x="3572" y="1210"/>
                  </a:moveTo>
                  <a:lnTo>
                    <a:pt x="3572" y="605"/>
                  </a:lnTo>
                  <a:lnTo>
                    <a:pt x="3721" y="605"/>
                  </a:lnTo>
                  <a:lnTo>
                    <a:pt x="3721" y="406"/>
                  </a:lnTo>
                  <a:lnTo>
                    <a:pt x="2278" y="406"/>
                  </a:lnTo>
                  <a:lnTo>
                    <a:pt x="2278" y="0"/>
                  </a:lnTo>
                  <a:lnTo>
                    <a:pt x="1445" y="0"/>
                  </a:lnTo>
                  <a:lnTo>
                    <a:pt x="1445" y="406"/>
                  </a:lnTo>
                  <a:lnTo>
                    <a:pt x="0" y="406"/>
                  </a:lnTo>
                  <a:lnTo>
                    <a:pt x="0" y="605"/>
                  </a:lnTo>
                  <a:lnTo>
                    <a:pt x="150" y="605"/>
                  </a:lnTo>
                  <a:lnTo>
                    <a:pt x="150" y="1210"/>
                  </a:lnTo>
                  <a:lnTo>
                    <a:pt x="301" y="1210"/>
                  </a:lnTo>
                  <a:lnTo>
                    <a:pt x="860" y="1963"/>
                  </a:lnTo>
                  <a:lnTo>
                    <a:pt x="696" y="1963"/>
                  </a:lnTo>
                  <a:lnTo>
                    <a:pt x="696" y="2573"/>
                  </a:lnTo>
                  <a:lnTo>
                    <a:pt x="0" y="2573"/>
                  </a:lnTo>
                  <a:lnTo>
                    <a:pt x="0" y="2772"/>
                  </a:lnTo>
                  <a:lnTo>
                    <a:pt x="149" y="2772"/>
                  </a:lnTo>
                  <a:lnTo>
                    <a:pt x="149" y="3376"/>
                  </a:lnTo>
                  <a:lnTo>
                    <a:pt x="548" y="3376"/>
                  </a:lnTo>
                  <a:lnTo>
                    <a:pt x="548" y="2772"/>
                  </a:lnTo>
                  <a:lnTo>
                    <a:pt x="1445" y="2772"/>
                  </a:lnTo>
                  <a:lnTo>
                    <a:pt x="1445" y="6207"/>
                  </a:lnTo>
                  <a:lnTo>
                    <a:pt x="0" y="6207"/>
                  </a:lnTo>
                  <a:lnTo>
                    <a:pt x="0" y="6406"/>
                  </a:lnTo>
                  <a:lnTo>
                    <a:pt x="149" y="6406"/>
                  </a:lnTo>
                  <a:lnTo>
                    <a:pt x="149" y="7010"/>
                  </a:lnTo>
                  <a:lnTo>
                    <a:pt x="548" y="7010"/>
                  </a:lnTo>
                  <a:lnTo>
                    <a:pt x="548" y="6406"/>
                  </a:lnTo>
                  <a:lnTo>
                    <a:pt x="1445" y="6406"/>
                  </a:lnTo>
                  <a:lnTo>
                    <a:pt x="1445" y="26064"/>
                  </a:lnTo>
                  <a:lnTo>
                    <a:pt x="2277" y="26064"/>
                  </a:lnTo>
                  <a:lnTo>
                    <a:pt x="2277" y="6406"/>
                  </a:lnTo>
                  <a:lnTo>
                    <a:pt x="3174" y="6406"/>
                  </a:lnTo>
                  <a:lnTo>
                    <a:pt x="3174" y="7010"/>
                  </a:lnTo>
                  <a:lnTo>
                    <a:pt x="3572" y="7010"/>
                  </a:lnTo>
                  <a:lnTo>
                    <a:pt x="3572" y="6406"/>
                  </a:lnTo>
                  <a:lnTo>
                    <a:pt x="3721" y="6406"/>
                  </a:lnTo>
                  <a:lnTo>
                    <a:pt x="3721" y="6207"/>
                  </a:lnTo>
                  <a:lnTo>
                    <a:pt x="2277" y="6207"/>
                  </a:lnTo>
                  <a:lnTo>
                    <a:pt x="2277" y="2772"/>
                  </a:lnTo>
                  <a:lnTo>
                    <a:pt x="3174" y="2772"/>
                  </a:lnTo>
                  <a:lnTo>
                    <a:pt x="3174" y="3376"/>
                  </a:lnTo>
                  <a:lnTo>
                    <a:pt x="3572" y="3376"/>
                  </a:lnTo>
                  <a:lnTo>
                    <a:pt x="3572" y="2772"/>
                  </a:lnTo>
                  <a:lnTo>
                    <a:pt x="3721" y="2772"/>
                  </a:lnTo>
                  <a:lnTo>
                    <a:pt x="3721" y="2573"/>
                  </a:lnTo>
                  <a:lnTo>
                    <a:pt x="3026" y="2573"/>
                  </a:lnTo>
                  <a:lnTo>
                    <a:pt x="3026" y="1963"/>
                  </a:lnTo>
                  <a:lnTo>
                    <a:pt x="2863" y="1963"/>
                  </a:lnTo>
                  <a:lnTo>
                    <a:pt x="3420" y="1210"/>
                  </a:lnTo>
                  <a:lnTo>
                    <a:pt x="3572" y="1210"/>
                  </a:lnTo>
                  <a:close/>
                  <a:moveTo>
                    <a:pt x="1445" y="2573"/>
                  </a:moveTo>
                  <a:lnTo>
                    <a:pt x="1094" y="2573"/>
                  </a:lnTo>
                  <a:lnTo>
                    <a:pt x="1094" y="1963"/>
                  </a:lnTo>
                  <a:lnTo>
                    <a:pt x="964" y="1963"/>
                  </a:lnTo>
                  <a:lnTo>
                    <a:pt x="406" y="1209"/>
                  </a:lnTo>
                  <a:lnTo>
                    <a:pt x="549" y="1209"/>
                  </a:lnTo>
                  <a:lnTo>
                    <a:pt x="549" y="605"/>
                  </a:lnTo>
                  <a:lnTo>
                    <a:pt x="1445" y="605"/>
                  </a:lnTo>
                  <a:close/>
                  <a:moveTo>
                    <a:pt x="2759" y="1963"/>
                  </a:moveTo>
                  <a:lnTo>
                    <a:pt x="2628" y="1963"/>
                  </a:lnTo>
                  <a:lnTo>
                    <a:pt x="2628" y="2573"/>
                  </a:lnTo>
                  <a:lnTo>
                    <a:pt x="2278" y="2573"/>
                  </a:lnTo>
                  <a:lnTo>
                    <a:pt x="2278" y="605"/>
                  </a:lnTo>
                  <a:lnTo>
                    <a:pt x="3174" y="605"/>
                  </a:lnTo>
                  <a:lnTo>
                    <a:pt x="3174" y="1209"/>
                  </a:lnTo>
                  <a:lnTo>
                    <a:pt x="3317" y="120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27"/>
            <p:cNvSpPr/>
            <p:nvPr/>
          </p:nvSpPr>
          <p:spPr>
            <a:xfrm flipH="1">
              <a:off x="2378953" y="2297047"/>
              <a:ext cx="350052" cy="379826"/>
            </a:xfrm>
            <a:custGeom>
              <a:avLst/>
              <a:gdLst/>
              <a:ahLst/>
              <a:cxnLst/>
              <a:rect l="l" t="t" r="r" b="b"/>
              <a:pathLst>
                <a:path w="12020" h="14298" extrusionOk="0">
                  <a:moveTo>
                    <a:pt x="0" y="13737"/>
                  </a:moveTo>
                  <a:cubicBezTo>
                    <a:pt x="5217" y="16868"/>
                    <a:pt x="10098" y="5773"/>
                    <a:pt x="12020" y="0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36" name="Google Shape;436;p27"/>
            <p:cNvSpPr/>
            <p:nvPr/>
          </p:nvSpPr>
          <p:spPr>
            <a:xfrm flipH="1">
              <a:off x="2371680" y="2464308"/>
              <a:ext cx="364950" cy="364950"/>
            </a:xfrm>
            <a:custGeom>
              <a:avLst/>
              <a:gdLst/>
              <a:ahLst/>
              <a:cxnLst/>
              <a:rect l="l" t="t" r="r" b="b"/>
              <a:pathLst>
                <a:path w="13738" h="13738" extrusionOk="0">
                  <a:moveTo>
                    <a:pt x="0" y="13738"/>
                  </a:moveTo>
                  <a:cubicBezTo>
                    <a:pt x="6476" y="13738"/>
                    <a:pt x="12169" y="6283"/>
                    <a:pt x="13738" y="0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37" name="Google Shape;437;p27"/>
            <p:cNvSpPr/>
            <p:nvPr/>
          </p:nvSpPr>
          <p:spPr>
            <a:xfrm flipH="1">
              <a:off x="2385676" y="2832756"/>
              <a:ext cx="350104" cy="284644"/>
            </a:xfrm>
            <a:custGeom>
              <a:avLst/>
              <a:gdLst/>
              <a:ahLst/>
              <a:cxnLst/>
              <a:rect l="l" t="t" r="r" b="b"/>
              <a:pathLst>
                <a:path w="12605" h="10715" extrusionOk="0">
                  <a:moveTo>
                    <a:pt x="0" y="10599"/>
                  </a:moveTo>
                  <a:cubicBezTo>
                    <a:pt x="5415" y="11499"/>
                    <a:pt x="11704" y="5415"/>
                    <a:pt x="12605" y="0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3"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9" name="Google Shape;439;p28"/>
          <p:cNvPicPr preferRelativeResize="0"/>
          <p:nvPr/>
        </p:nvPicPr>
        <p:blipFill rotWithShape="1">
          <a:blip r:embed="rId2">
            <a:alphaModFix amt="69000"/>
          </a:blip>
          <a:srcRect/>
          <a:stretch/>
        </p:blipFill>
        <p:spPr>
          <a:xfrm>
            <a:off x="0" y="0"/>
            <a:ext cx="9144000" cy="51435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0" name="Google Shape;440;p28"/>
          <p:cNvGrpSpPr/>
          <p:nvPr/>
        </p:nvGrpSpPr>
        <p:grpSpPr>
          <a:xfrm>
            <a:off x="-5250" y="148063"/>
            <a:ext cx="9154500" cy="5000675"/>
            <a:chOff x="-5250" y="148063"/>
            <a:chExt cx="9154500" cy="5000675"/>
          </a:xfrm>
        </p:grpSpPr>
        <p:cxnSp>
          <p:nvCxnSpPr>
            <p:cNvPr id="441" name="Google Shape;441;p28"/>
            <p:cNvCxnSpPr/>
            <p:nvPr/>
          </p:nvCxnSpPr>
          <p:spPr>
            <a:xfrm>
              <a:off x="-5250" y="264463"/>
              <a:ext cx="9154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2" name="Google Shape;442;p28"/>
            <p:cNvCxnSpPr/>
            <p:nvPr/>
          </p:nvCxnSpPr>
          <p:spPr>
            <a:xfrm>
              <a:off x="8787425" y="259338"/>
              <a:ext cx="0" cy="4889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43" name="Google Shape;443;p28"/>
            <p:cNvSpPr/>
            <p:nvPr/>
          </p:nvSpPr>
          <p:spPr>
            <a:xfrm>
              <a:off x="488125" y="211663"/>
              <a:ext cx="723600" cy="1056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stok Web"/>
                <a:ea typeface="Istok Web"/>
                <a:cs typeface="Istok Web"/>
                <a:sym typeface="Istok Web"/>
              </a:endParaRPr>
            </a:p>
          </p:txBody>
        </p:sp>
        <p:sp>
          <p:nvSpPr>
            <p:cNvPr id="444" name="Google Shape;444;p28"/>
            <p:cNvSpPr/>
            <p:nvPr/>
          </p:nvSpPr>
          <p:spPr>
            <a:xfrm>
              <a:off x="8671025" y="148063"/>
              <a:ext cx="232800" cy="2328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stok Web"/>
                <a:ea typeface="Istok Web"/>
                <a:cs typeface="Istok Web"/>
                <a:sym typeface="Istok Web"/>
              </a:endParaRPr>
            </a:p>
          </p:txBody>
        </p:sp>
        <p:sp>
          <p:nvSpPr>
            <p:cNvPr id="445" name="Google Shape;445;p28"/>
            <p:cNvSpPr/>
            <p:nvPr/>
          </p:nvSpPr>
          <p:spPr>
            <a:xfrm>
              <a:off x="8701325" y="4706538"/>
              <a:ext cx="172200" cy="1722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stok Web"/>
                <a:ea typeface="Istok Web"/>
                <a:cs typeface="Istok Web"/>
                <a:sym typeface="Istok Web"/>
              </a:endParaRPr>
            </a:p>
          </p:txBody>
        </p:sp>
      </p:grpSp>
      <p:sp>
        <p:nvSpPr>
          <p:cNvPr id="446" name="Google Shape;446;p28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447" name="Google Shape;447;p28"/>
          <p:cNvGrpSpPr/>
          <p:nvPr/>
        </p:nvGrpSpPr>
        <p:grpSpPr>
          <a:xfrm>
            <a:off x="97222" y="4089997"/>
            <a:ext cx="496243" cy="1054448"/>
            <a:chOff x="3733925" y="3400424"/>
            <a:chExt cx="1079728" cy="2294274"/>
          </a:xfrm>
        </p:grpSpPr>
        <p:sp>
          <p:nvSpPr>
            <p:cNvPr id="448" name="Google Shape;448;p28"/>
            <p:cNvSpPr/>
            <p:nvPr/>
          </p:nvSpPr>
          <p:spPr>
            <a:xfrm>
              <a:off x="3733925" y="3445303"/>
              <a:ext cx="1079728" cy="42375"/>
            </a:xfrm>
            <a:custGeom>
              <a:avLst/>
              <a:gdLst/>
              <a:ahLst/>
              <a:cxnLst/>
              <a:rect l="l" t="t" r="r" b="b"/>
              <a:pathLst>
                <a:path w="24563" h="964" extrusionOk="0">
                  <a:moveTo>
                    <a:pt x="1" y="1"/>
                  </a:moveTo>
                  <a:lnTo>
                    <a:pt x="1" y="964"/>
                  </a:lnTo>
                  <a:lnTo>
                    <a:pt x="24562" y="964"/>
                  </a:lnTo>
                  <a:lnTo>
                    <a:pt x="2456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28"/>
            <p:cNvSpPr/>
            <p:nvPr/>
          </p:nvSpPr>
          <p:spPr>
            <a:xfrm>
              <a:off x="4252166" y="3400424"/>
              <a:ext cx="43254" cy="2294274"/>
            </a:xfrm>
            <a:custGeom>
              <a:avLst/>
              <a:gdLst/>
              <a:ahLst/>
              <a:cxnLst/>
              <a:rect l="l" t="t" r="r" b="b"/>
              <a:pathLst>
                <a:path w="984" h="52193" extrusionOk="0">
                  <a:moveTo>
                    <a:pt x="0" y="1"/>
                  </a:moveTo>
                  <a:lnTo>
                    <a:pt x="0" y="52193"/>
                  </a:lnTo>
                  <a:lnTo>
                    <a:pt x="983" y="52193"/>
                  </a:lnTo>
                  <a:lnTo>
                    <a:pt x="9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28"/>
            <p:cNvSpPr/>
            <p:nvPr/>
          </p:nvSpPr>
          <p:spPr>
            <a:xfrm>
              <a:off x="3761178" y="3401523"/>
              <a:ext cx="83036" cy="80047"/>
            </a:xfrm>
            <a:custGeom>
              <a:avLst/>
              <a:gdLst/>
              <a:ahLst/>
              <a:cxnLst/>
              <a:rect l="l" t="t" r="r" b="b"/>
              <a:pathLst>
                <a:path w="1889" h="1821" extrusionOk="0">
                  <a:moveTo>
                    <a:pt x="945" y="1"/>
                  </a:moveTo>
                  <a:cubicBezTo>
                    <a:pt x="473" y="1"/>
                    <a:pt x="1" y="304"/>
                    <a:pt x="10" y="911"/>
                  </a:cubicBezTo>
                  <a:cubicBezTo>
                    <a:pt x="1" y="1517"/>
                    <a:pt x="473" y="1820"/>
                    <a:pt x="945" y="1820"/>
                  </a:cubicBezTo>
                  <a:cubicBezTo>
                    <a:pt x="1416" y="1820"/>
                    <a:pt x="1888" y="1517"/>
                    <a:pt x="1879" y="911"/>
                  </a:cubicBezTo>
                  <a:cubicBezTo>
                    <a:pt x="1888" y="304"/>
                    <a:pt x="1416" y="1"/>
                    <a:pt x="9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28"/>
            <p:cNvSpPr/>
            <p:nvPr/>
          </p:nvSpPr>
          <p:spPr>
            <a:xfrm>
              <a:off x="4703374" y="3401523"/>
              <a:ext cx="82992" cy="80047"/>
            </a:xfrm>
            <a:custGeom>
              <a:avLst/>
              <a:gdLst/>
              <a:ahLst/>
              <a:cxnLst/>
              <a:rect l="l" t="t" r="r" b="b"/>
              <a:pathLst>
                <a:path w="1888" h="1821" extrusionOk="0">
                  <a:moveTo>
                    <a:pt x="944" y="1"/>
                  </a:moveTo>
                  <a:cubicBezTo>
                    <a:pt x="472" y="1"/>
                    <a:pt x="0" y="304"/>
                    <a:pt x="9" y="911"/>
                  </a:cubicBezTo>
                  <a:cubicBezTo>
                    <a:pt x="0" y="1517"/>
                    <a:pt x="472" y="1820"/>
                    <a:pt x="944" y="1820"/>
                  </a:cubicBezTo>
                  <a:cubicBezTo>
                    <a:pt x="1416" y="1820"/>
                    <a:pt x="1887" y="1517"/>
                    <a:pt x="1878" y="911"/>
                  </a:cubicBezTo>
                  <a:cubicBezTo>
                    <a:pt x="1887" y="304"/>
                    <a:pt x="1416" y="1"/>
                    <a:pt x="9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2" name="Google Shape;492;p32"/>
          <p:cNvPicPr preferRelativeResize="0"/>
          <p:nvPr/>
        </p:nvPicPr>
        <p:blipFill rotWithShape="1">
          <a:blip r:embed="rId2">
            <a:alphaModFix amt="69000"/>
          </a:blip>
          <a:srcRect/>
          <a:stretch/>
        </p:blipFill>
        <p:spPr>
          <a:xfrm>
            <a:off x="0" y="0"/>
            <a:ext cx="9144000" cy="51435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3" name="Google Shape;493;p32"/>
          <p:cNvGrpSpPr/>
          <p:nvPr/>
        </p:nvGrpSpPr>
        <p:grpSpPr>
          <a:xfrm>
            <a:off x="8511474" y="3598200"/>
            <a:ext cx="592832" cy="1545496"/>
            <a:chOff x="2090350" y="2239265"/>
            <a:chExt cx="905501" cy="2360616"/>
          </a:xfrm>
        </p:grpSpPr>
        <p:sp>
          <p:nvSpPr>
            <p:cNvPr id="494" name="Google Shape;494;p32"/>
            <p:cNvSpPr/>
            <p:nvPr/>
          </p:nvSpPr>
          <p:spPr>
            <a:xfrm flipH="1">
              <a:off x="2712180" y="2613372"/>
              <a:ext cx="283672" cy="1986468"/>
            </a:xfrm>
            <a:custGeom>
              <a:avLst/>
              <a:gdLst/>
              <a:ahLst/>
              <a:cxnLst/>
              <a:rect l="l" t="t" r="r" b="b"/>
              <a:pathLst>
                <a:path w="3722" h="26064" extrusionOk="0">
                  <a:moveTo>
                    <a:pt x="3572" y="1210"/>
                  </a:moveTo>
                  <a:lnTo>
                    <a:pt x="3572" y="605"/>
                  </a:lnTo>
                  <a:lnTo>
                    <a:pt x="3721" y="605"/>
                  </a:lnTo>
                  <a:lnTo>
                    <a:pt x="3721" y="406"/>
                  </a:lnTo>
                  <a:lnTo>
                    <a:pt x="2278" y="406"/>
                  </a:lnTo>
                  <a:lnTo>
                    <a:pt x="2278" y="0"/>
                  </a:lnTo>
                  <a:lnTo>
                    <a:pt x="1445" y="0"/>
                  </a:lnTo>
                  <a:lnTo>
                    <a:pt x="1445" y="406"/>
                  </a:lnTo>
                  <a:lnTo>
                    <a:pt x="0" y="406"/>
                  </a:lnTo>
                  <a:lnTo>
                    <a:pt x="0" y="605"/>
                  </a:lnTo>
                  <a:lnTo>
                    <a:pt x="150" y="605"/>
                  </a:lnTo>
                  <a:lnTo>
                    <a:pt x="150" y="1210"/>
                  </a:lnTo>
                  <a:lnTo>
                    <a:pt x="301" y="1210"/>
                  </a:lnTo>
                  <a:lnTo>
                    <a:pt x="860" y="1963"/>
                  </a:lnTo>
                  <a:lnTo>
                    <a:pt x="696" y="1963"/>
                  </a:lnTo>
                  <a:lnTo>
                    <a:pt x="696" y="2573"/>
                  </a:lnTo>
                  <a:lnTo>
                    <a:pt x="0" y="2573"/>
                  </a:lnTo>
                  <a:lnTo>
                    <a:pt x="0" y="2772"/>
                  </a:lnTo>
                  <a:lnTo>
                    <a:pt x="149" y="2772"/>
                  </a:lnTo>
                  <a:lnTo>
                    <a:pt x="149" y="3376"/>
                  </a:lnTo>
                  <a:lnTo>
                    <a:pt x="548" y="3376"/>
                  </a:lnTo>
                  <a:lnTo>
                    <a:pt x="548" y="2772"/>
                  </a:lnTo>
                  <a:lnTo>
                    <a:pt x="1445" y="2772"/>
                  </a:lnTo>
                  <a:lnTo>
                    <a:pt x="1445" y="6207"/>
                  </a:lnTo>
                  <a:lnTo>
                    <a:pt x="0" y="6207"/>
                  </a:lnTo>
                  <a:lnTo>
                    <a:pt x="0" y="6406"/>
                  </a:lnTo>
                  <a:lnTo>
                    <a:pt x="149" y="6406"/>
                  </a:lnTo>
                  <a:lnTo>
                    <a:pt x="149" y="7010"/>
                  </a:lnTo>
                  <a:lnTo>
                    <a:pt x="548" y="7010"/>
                  </a:lnTo>
                  <a:lnTo>
                    <a:pt x="548" y="6406"/>
                  </a:lnTo>
                  <a:lnTo>
                    <a:pt x="1445" y="6406"/>
                  </a:lnTo>
                  <a:lnTo>
                    <a:pt x="1445" y="26064"/>
                  </a:lnTo>
                  <a:lnTo>
                    <a:pt x="2277" y="26064"/>
                  </a:lnTo>
                  <a:lnTo>
                    <a:pt x="2277" y="6406"/>
                  </a:lnTo>
                  <a:lnTo>
                    <a:pt x="3174" y="6406"/>
                  </a:lnTo>
                  <a:lnTo>
                    <a:pt x="3174" y="7010"/>
                  </a:lnTo>
                  <a:lnTo>
                    <a:pt x="3572" y="7010"/>
                  </a:lnTo>
                  <a:lnTo>
                    <a:pt x="3572" y="6406"/>
                  </a:lnTo>
                  <a:lnTo>
                    <a:pt x="3721" y="6406"/>
                  </a:lnTo>
                  <a:lnTo>
                    <a:pt x="3721" y="6207"/>
                  </a:lnTo>
                  <a:lnTo>
                    <a:pt x="2277" y="6207"/>
                  </a:lnTo>
                  <a:lnTo>
                    <a:pt x="2277" y="2772"/>
                  </a:lnTo>
                  <a:lnTo>
                    <a:pt x="3174" y="2772"/>
                  </a:lnTo>
                  <a:lnTo>
                    <a:pt x="3174" y="3376"/>
                  </a:lnTo>
                  <a:lnTo>
                    <a:pt x="3572" y="3376"/>
                  </a:lnTo>
                  <a:lnTo>
                    <a:pt x="3572" y="2772"/>
                  </a:lnTo>
                  <a:lnTo>
                    <a:pt x="3721" y="2772"/>
                  </a:lnTo>
                  <a:lnTo>
                    <a:pt x="3721" y="2573"/>
                  </a:lnTo>
                  <a:lnTo>
                    <a:pt x="3026" y="2573"/>
                  </a:lnTo>
                  <a:lnTo>
                    <a:pt x="3026" y="1963"/>
                  </a:lnTo>
                  <a:lnTo>
                    <a:pt x="2863" y="1963"/>
                  </a:lnTo>
                  <a:lnTo>
                    <a:pt x="3420" y="1210"/>
                  </a:lnTo>
                  <a:lnTo>
                    <a:pt x="3572" y="1210"/>
                  </a:lnTo>
                  <a:close/>
                  <a:moveTo>
                    <a:pt x="1445" y="2573"/>
                  </a:moveTo>
                  <a:lnTo>
                    <a:pt x="1094" y="2573"/>
                  </a:lnTo>
                  <a:lnTo>
                    <a:pt x="1094" y="1963"/>
                  </a:lnTo>
                  <a:lnTo>
                    <a:pt x="964" y="1963"/>
                  </a:lnTo>
                  <a:lnTo>
                    <a:pt x="406" y="1209"/>
                  </a:lnTo>
                  <a:lnTo>
                    <a:pt x="549" y="1209"/>
                  </a:lnTo>
                  <a:lnTo>
                    <a:pt x="549" y="605"/>
                  </a:lnTo>
                  <a:lnTo>
                    <a:pt x="1445" y="605"/>
                  </a:lnTo>
                  <a:close/>
                  <a:moveTo>
                    <a:pt x="2759" y="1963"/>
                  </a:moveTo>
                  <a:lnTo>
                    <a:pt x="2628" y="1963"/>
                  </a:lnTo>
                  <a:lnTo>
                    <a:pt x="2628" y="2573"/>
                  </a:lnTo>
                  <a:lnTo>
                    <a:pt x="2278" y="2573"/>
                  </a:lnTo>
                  <a:lnTo>
                    <a:pt x="2278" y="605"/>
                  </a:lnTo>
                  <a:lnTo>
                    <a:pt x="3174" y="605"/>
                  </a:lnTo>
                  <a:lnTo>
                    <a:pt x="3174" y="1209"/>
                  </a:lnTo>
                  <a:lnTo>
                    <a:pt x="3317" y="120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32"/>
            <p:cNvSpPr/>
            <p:nvPr/>
          </p:nvSpPr>
          <p:spPr>
            <a:xfrm flipH="1">
              <a:off x="2090350" y="2239265"/>
              <a:ext cx="337102" cy="2360616"/>
            </a:xfrm>
            <a:custGeom>
              <a:avLst/>
              <a:gdLst/>
              <a:ahLst/>
              <a:cxnLst/>
              <a:rect l="l" t="t" r="r" b="b"/>
              <a:pathLst>
                <a:path w="3722" h="26064" extrusionOk="0">
                  <a:moveTo>
                    <a:pt x="3572" y="1210"/>
                  </a:moveTo>
                  <a:lnTo>
                    <a:pt x="3572" y="605"/>
                  </a:lnTo>
                  <a:lnTo>
                    <a:pt x="3721" y="605"/>
                  </a:lnTo>
                  <a:lnTo>
                    <a:pt x="3721" y="406"/>
                  </a:lnTo>
                  <a:lnTo>
                    <a:pt x="2278" y="406"/>
                  </a:lnTo>
                  <a:lnTo>
                    <a:pt x="2278" y="0"/>
                  </a:lnTo>
                  <a:lnTo>
                    <a:pt x="1445" y="0"/>
                  </a:lnTo>
                  <a:lnTo>
                    <a:pt x="1445" y="406"/>
                  </a:lnTo>
                  <a:lnTo>
                    <a:pt x="0" y="406"/>
                  </a:lnTo>
                  <a:lnTo>
                    <a:pt x="0" y="605"/>
                  </a:lnTo>
                  <a:lnTo>
                    <a:pt x="150" y="605"/>
                  </a:lnTo>
                  <a:lnTo>
                    <a:pt x="150" y="1210"/>
                  </a:lnTo>
                  <a:lnTo>
                    <a:pt x="301" y="1210"/>
                  </a:lnTo>
                  <a:lnTo>
                    <a:pt x="860" y="1963"/>
                  </a:lnTo>
                  <a:lnTo>
                    <a:pt x="696" y="1963"/>
                  </a:lnTo>
                  <a:lnTo>
                    <a:pt x="696" y="2573"/>
                  </a:lnTo>
                  <a:lnTo>
                    <a:pt x="0" y="2573"/>
                  </a:lnTo>
                  <a:lnTo>
                    <a:pt x="0" y="2772"/>
                  </a:lnTo>
                  <a:lnTo>
                    <a:pt x="149" y="2772"/>
                  </a:lnTo>
                  <a:lnTo>
                    <a:pt x="149" y="3376"/>
                  </a:lnTo>
                  <a:lnTo>
                    <a:pt x="548" y="3376"/>
                  </a:lnTo>
                  <a:lnTo>
                    <a:pt x="548" y="2772"/>
                  </a:lnTo>
                  <a:lnTo>
                    <a:pt x="1445" y="2772"/>
                  </a:lnTo>
                  <a:lnTo>
                    <a:pt x="1445" y="6207"/>
                  </a:lnTo>
                  <a:lnTo>
                    <a:pt x="0" y="6207"/>
                  </a:lnTo>
                  <a:lnTo>
                    <a:pt x="0" y="6406"/>
                  </a:lnTo>
                  <a:lnTo>
                    <a:pt x="149" y="6406"/>
                  </a:lnTo>
                  <a:lnTo>
                    <a:pt x="149" y="7010"/>
                  </a:lnTo>
                  <a:lnTo>
                    <a:pt x="548" y="7010"/>
                  </a:lnTo>
                  <a:lnTo>
                    <a:pt x="548" y="6406"/>
                  </a:lnTo>
                  <a:lnTo>
                    <a:pt x="1445" y="6406"/>
                  </a:lnTo>
                  <a:lnTo>
                    <a:pt x="1445" y="26064"/>
                  </a:lnTo>
                  <a:lnTo>
                    <a:pt x="2277" y="26064"/>
                  </a:lnTo>
                  <a:lnTo>
                    <a:pt x="2277" y="6406"/>
                  </a:lnTo>
                  <a:lnTo>
                    <a:pt x="3174" y="6406"/>
                  </a:lnTo>
                  <a:lnTo>
                    <a:pt x="3174" y="7010"/>
                  </a:lnTo>
                  <a:lnTo>
                    <a:pt x="3572" y="7010"/>
                  </a:lnTo>
                  <a:lnTo>
                    <a:pt x="3572" y="6406"/>
                  </a:lnTo>
                  <a:lnTo>
                    <a:pt x="3721" y="6406"/>
                  </a:lnTo>
                  <a:lnTo>
                    <a:pt x="3721" y="6207"/>
                  </a:lnTo>
                  <a:lnTo>
                    <a:pt x="2277" y="6207"/>
                  </a:lnTo>
                  <a:lnTo>
                    <a:pt x="2277" y="2772"/>
                  </a:lnTo>
                  <a:lnTo>
                    <a:pt x="3174" y="2772"/>
                  </a:lnTo>
                  <a:lnTo>
                    <a:pt x="3174" y="3376"/>
                  </a:lnTo>
                  <a:lnTo>
                    <a:pt x="3572" y="3376"/>
                  </a:lnTo>
                  <a:lnTo>
                    <a:pt x="3572" y="2772"/>
                  </a:lnTo>
                  <a:lnTo>
                    <a:pt x="3721" y="2772"/>
                  </a:lnTo>
                  <a:lnTo>
                    <a:pt x="3721" y="2573"/>
                  </a:lnTo>
                  <a:lnTo>
                    <a:pt x="3026" y="2573"/>
                  </a:lnTo>
                  <a:lnTo>
                    <a:pt x="3026" y="1963"/>
                  </a:lnTo>
                  <a:lnTo>
                    <a:pt x="2863" y="1963"/>
                  </a:lnTo>
                  <a:lnTo>
                    <a:pt x="3420" y="1210"/>
                  </a:lnTo>
                  <a:lnTo>
                    <a:pt x="3572" y="1210"/>
                  </a:lnTo>
                  <a:close/>
                  <a:moveTo>
                    <a:pt x="1445" y="2573"/>
                  </a:moveTo>
                  <a:lnTo>
                    <a:pt x="1094" y="2573"/>
                  </a:lnTo>
                  <a:lnTo>
                    <a:pt x="1094" y="1963"/>
                  </a:lnTo>
                  <a:lnTo>
                    <a:pt x="964" y="1963"/>
                  </a:lnTo>
                  <a:lnTo>
                    <a:pt x="406" y="1209"/>
                  </a:lnTo>
                  <a:lnTo>
                    <a:pt x="549" y="1209"/>
                  </a:lnTo>
                  <a:lnTo>
                    <a:pt x="549" y="605"/>
                  </a:lnTo>
                  <a:lnTo>
                    <a:pt x="1445" y="605"/>
                  </a:lnTo>
                  <a:close/>
                  <a:moveTo>
                    <a:pt x="2759" y="1963"/>
                  </a:moveTo>
                  <a:lnTo>
                    <a:pt x="2628" y="1963"/>
                  </a:lnTo>
                  <a:lnTo>
                    <a:pt x="2628" y="2573"/>
                  </a:lnTo>
                  <a:lnTo>
                    <a:pt x="2278" y="2573"/>
                  </a:lnTo>
                  <a:lnTo>
                    <a:pt x="2278" y="605"/>
                  </a:lnTo>
                  <a:lnTo>
                    <a:pt x="3174" y="605"/>
                  </a:lnTo>
                  <a:lnTo>
                    <a:pt x="3174" y="1209"/>
                  </a:lnTo>
                  <a:lnTo>
                    <a:pt x="3317" y="120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32"/>
            <p:cNvSpPr/>
            <p:nvPr/>
          </p:nvSpPr>
          <p:spPr>
            <a:xfrm flipH="1">
              <a:off x="2378953" y="2297047"/>
              <a:ext cx="350052" cy="379826"/>
            </a:xfrm>
            <a:custGeom>
              <a:avLst/>
              <a:gdLst/>
              <a:ahLst/>
              <a:cxnLst/>
              <a:rect l="l" t="t" r="r" b="b"/>
              <a:pathLst>
                <a:path w="12020" h="14298" extrusionOk="0">
                  <a:moveTo>
                    <a:pt x="0" y="13737"/>
                  </a:moveTo>
                  <a:cubicBezTo>
                    <a:pt x="5217" y="16868"/>
                    <a:pt x="10098" y="5773"/>
                    <a:pt x="12020" y="0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97" name="Google Shape;497;p32"/>
            <p:cNvSpPr/>
            <p:nvPr/>
          </p:nvSpPr>
          <p:spPr>
            <a:xfrm flipH="1">
              <a:off x="2371680" y="2464308"/>
              <a:ext cx="364950" cy="364950"/>
            </a:xfrm>
            <a:custGeom>
              <a:avLst/>
              <a:gdLst/>
              <a:ahLst/>
              <a:cxnLst/>
              <a:rect l="l" t="t" r="r" b="b"/>
              <a:pathLst>
                <a:path w="13738" h="13738" extrusionOk="0">
                  <a:moveTo>
                    <a:pt x="0" y="13738"/>
                  </a:moveTo>
                  <a:cubicBezTo>
                    <a:pt x="6476" y="13738"/>
                    <a:pt x="12169" y="6283"/>
                    <a:pt x="13738" y="0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98" name="Google Shape;498;p32"/>
            <p:cNvSpPr/>
            <p:nvPr/>
          </p:nvSpPr>
          <p:spPr>
            <a:xfrm flipH="1">
              <a:off x="2385676" y="2832756"/>
              <a:ext cx="350104" cy="284644"/>
            </a:xfrm>
            <a:custGeom>
              <a:avLst/>
              <a:gdLst/>
              <a:ahLst/>
              <a:cxnLst/>
              <a:rect l="l" t="t" r="r" b="b"/>
              <a:pathLst>
                <a:path w="12605" h="10715" extrusionOk="0">
                  <a:moveTo>
                    <a:pt x="0" y="10599"/>
                  </a:moveTo>
                  <a:cubicBezTo>
                    <a:pt x="5415" y="11499"/>
                    <a:pt x="11704" y="5415"/>
                    <a:pt x="12605" y="0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499" name="Google Shape;499;p32"/>
          <p:cNvGrpSpPr/>
          <p:nvPr/>
        </p:nvGrpSpPr>
        <p:grpSpPr>
          <a:xfrm flipH="1">
            <a:off x="-5250" y="148063"/>
            <a:ext cx="9154500" cy="5000675"/>
            <a:chOff x="-5250" y="148063"/>
            <a:chExt cx="9154500" cy="5000675"/>
          </a:xfrm>
        </p:grpSpPr>
        <p:cxnSp>
          <p:nvCxnSpPr>
            <p:cNvPr id="500" name="Google Shape;500;p32"/>
            <p:cNvCxnSpPr/>
            <p:nvPr/>
          </p:nvCxnSpPr>
          <p:spPr>
            <a:xfrm>
              <a:off x="-5250" y="264463"/>
              <a:ext cx="9154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1" name="Google Shape;501;p32"/>
            <p:cNvCxnSpPr/>
            <p:nvPr/>
          </p:nvCxnSpPr>
          <p:spPr>
            <a:xfrm>
              <a:off x="8787425" y="259338"/>
              <a:ext cx="0" cy="4889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02" name="Google Shape;502;p32"/>
            <p:cNvSpPr/>
            <p:nvPr/>
          </p:nvSpPr>
          <p:spPr>
            <a:xfrm>
              <a:off x="488125" y="211663"/>
              <a:ext cx="723600" cy="1056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stok Web"/>
                <a:ea typeface="Istok Web"/>
                <a:cs typeface="Istok Web"/>
                <a:sym typeface="Istok Web"/>
              </a:endParaRPr>
            </a:p>
          </p:txBody>
        </p:sp>
        <p:sp>
          <p:nvSpPr>
            <p:cNvPr id="503" name="Google Shape;503;p32"/>
            <p:cNvSpPr/>
            <p:nvPr/>
          </p:nvSpPr>
          <p:spPr>
            <a:xfrm>
              <a:off x="8671025" y="148063"/>
              <a:ext cx="232800" cy="2328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stok Web"/>
                <a:ea typeface="Istok Web"/>
                <a:cs typeface="Istok Web"/>
                <a:sym typeface="Istok Web"/>
              </a:endParaRPr>
            </a:p>
          </p:txBody>
        </p:sp>
        <p:sp>
          <p:nvSpPr>
            <p:cNvPr id="504" name="Google Shape;504;p32"/>
            <p:cNvSpPr/>
            <p:nvPr/>
          </p:nvSpPr>
          <p:spPr>
            <a:xfrm>
              <a:off x="8701325" y="4706538"/>
              <a:ext cx="172200" cy="1722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stok Web"/>
                <a:ea typeface="Istok Web"/>
                <a:cs typeface="Istok Web"/>
                <a:sym typeface="Istok Web"/>
              </a:endParaRPr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6" name="Google Shape;506;p33"/>
          <p:cNvPicPr preferRelativeResize="0"/>
          <p:nvPr/>
        </p:nvPicPr>
        <p:blipFill rotWithShape="1">
          <a:blip r:embed="rId2">
            <a:alphaModFix amt="69000"/>
          </a:blip>
          <a:srcRect/>
          <a:stretch/>
        </p:blipFill>
        <p:spPr>
          <a:xfrm>
            <a:off x="0" y="0"/>
            <a:ext cx="9144000" cy="51435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7" name="Google Shape;507;p33"/>
          <p:cNvGrpSpPr/>
          <p:nvPr/>
        </p:nvGrpSpPr>
        <p:grpSpPr>
          <a:xfrm>
            <a:off x="55050" y="2328334"/>
            <a:ext cx="3289439" cy="2280112"/>
            <a:chOff x="55050" y="2328334"/>
            <a:chExt cx="3289439" cy="2280112"/>
          </a:xfrm>
        </p:grpSpPr>
        <p:sp>
          <p:nvSpPr>
            <p:cNvPr id="508" name="Google Shape;508;p33"/>
            <p:cNvSpPr/>
            <p:nvPr/>
          </p:nvSpPr>
          <p:spPr>
            <a:xfrm>
              <a:off x="694525" y="3707625"/>
              <a:ext cx="376250" cy="196475"/>
            </a:xfrm>
            <a:custGeom>
              <a:avLst/>
              <a:gdLst/>
              <a:ahLst/>
              <a:cxnLst/>
              <a:rect l="l" t="t" r="r" b="b"/>
              <a:pathLst>
                <a:path w="15050" h="7859" extrusionOk="0">
                  <a:moveTo>
                    <a:pt x="0" y="0"/>
                  </a:moveTo>
                  <a:cubicBezTo>
                    <a:pt x="1642" y="2874"/>
                    <a:pt x="3353" y="6433"/>
                    <a:pt x="6477" y="7525"/>
                  </a:cubicBezTo>
                  <a:cubicBezTo>
                    <a:pt x="9285" y="8507"/>
                    <a:pt x="12947" y="7151"/>
                    <a:pt x="15050" y="5048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09" name="Google Shape;509;p33"/>
            <p:cNvSpPr/>
            <p:nvPr/>
          </p:nvSpPr>
          <p:spPr>
            <a:xfrm>
              <a:off x="695331" y="3536150"/>
              <a:ext cx="381000" cy="273050"/>
            </a:xfrm>
            <a:custGeom>
              <a:avLst/>
              <a:gdLst/>
              <a:ahLst/>
              <a:cxnLst/>
              <a:rect l="l" t="t" r="r" b="b"/>
              <a:pathLst>
                <a:path w="15240" h="10922" extrusionOk="0">
                  <a:moveTo>
                    <a:pt x="0" y="0"/>
                  </a:moveTo>
                  <a:cubicBezTo>
                    <a:pt x="745" y="5978"/>
                    <a:pt x="10976" y="13972"/>
                    <a:pt x="15240" y="9716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0" name="Google Shape;510;p33"/>
            <p:cNvSpPr/>
            <p:nvPr/>
          </p:nvSpPr>
          <p:spPr>
            <a:xfrm>
              <a:off x="1835998" y="2721509"/>
              <a:ext cx="141787" cy="1874540"/>
            </a:xfrm>
            <a:custGeom>
              <a:avLst/>
              <a:gdLst/>
              <a:ahLst/>
              <a:cxnLst/>
              <a:rect l="l" t="t" r="r" b="b"/>
              <a:pathLst>
                <a:path w="164" h="2156" extrusionOk="0">
                  <a:moveTo>
                    <a:pt x="164" y="2156"/>
                  </a:moveTo>
                  <a:lnTo>
                    <a:pt x="0" y="2156"/>
                  </a:lnTo>
                  <a:lnTo>
                    <a:pt x="61" y="0"/>
                  </a:lnTo>
                  <a:lnTo>
                    <a:pt x="106" y="0"/>
                  </a:lnTo>
                  <a:lnTo>
                    <a:pt x="164" y="215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33"/>
            <p:cNvSpPr/>
            <p:nvPr/>
          </p:nvSpPr>
          <p:spPr>
            <a:xfrm>
              <a:off x="1909936" y="2606688"/>
              <a:ext cx="544531" cy="189629"/>
            </a:xfrm>
            <a:custGeom>
              <a:avLst/>
              <a:gdLst/>
              <a:ahLst/>
              <a:cxnLst/>
              <a:rect l="l" t="t" r="r" b="b"/>
              <a:pathLst>
                <a:path w="627" h="219" extrusionOk="0">
                  <a:moveTo>
                    <a:pt x="169" y="219"/>
                  </a:moveTo>
                  <a:lnTo>
                    <a:pt x="10" y="182"/>
                  </a:lnTo>
                  <a:lnTo>
                    <a:pt x="0" y="135"/>
                  </a:lnTo>
                  <a:lnTo>
                    <a:pt x="622" y="0"/>
                  </a:lnTo>
                  <a:lnTo>
                    <a:pt x="627" y="26"/>
                  </a:lnTo>
                  <a:lnTo>
                    <a:pt x="532" y="66"/>
                  </a:lnTo>
                  <a:lnTo>
                    <a:pt x="169" y="21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33825" rIns="90000" bIns="33825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33"/>
            <p:cNvSpPr/>
            <p:nvPr/>
          </p:nvSpPr>
          <p:spPr>
            <a:xfrm>
              <a:off x="2365744" y="2606688"/>
              <a:ext cx="88726" cy="56541"/>
            </a:xfrm>
            <a:custGeom>
              <a:avLst/>
              <a:gdLst/>
              <a:ahLst/>
              <a:cxnLst/>
              <a:rect l="l" t="t" r="r" b="b"/>
              <a:pathLst>
                <a:path w="103" h="66" extrusionOk="0">
                  <a:moveTo>
                    <a:pt x="8" y="66"/>
                  </a:moveTo>
                  <a:lnTo>
                    <a:pt x="0" y="24"/>
                  </a:lnTo>
                  <a:lnTo>
                    <a:pt x="98" y="0"/>
                  </a:lnTo>
                  <a:lnTo>
                    <a:pt x="103" y="26"/>
                  </a:lnTo>
                  <a:lnTo>
                    <a:pt x="8" y="6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33"/>
            <p:cNvSpPr/>
            <p:nvPr/>
          </p:nvSpPr>
          <p:spPr>
            <a:xfrm>
              <a:off x="1515889" y="2328334"/>
              <a:ext cx="401877" cy="421882"/>
            </a:xfrm>
            <a:custGeom>
              <a:avLst/>
              <a:gdLst/>
              <a:ahLst/>
              <a:cxnLst/>
              <a:rect l="l" t="t" r="r" b="b"/>
              <a:pathLst>
                <a:path w="463" h="486" extrusionOk="0">
                  <a:moveTo>
                    <a:pt x="416" y="299"/>
                  </a:moveTo>
                  <a:lnTo>
                    <a:pt x="463" y="455"/>
                  </a:lnTo>
                  <a:lnTo>
                    <a:pt x="426" y="486"/>
                  </a:lnTo>
                  <a:lnTo>
                    <a:pt x="0" y="15"/>
                  </a:lnTo>
                  <a:lnTo>
                    <a:pt x="19" y="0"/>
                  </a:lnTo>
                  <a:lnTo>
                    <a:pt x="101" y="60"/>
                  </a:lnTo>
                  <a:lnTo>
                    <a:pt x="416" y="29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33"/>
            <p:cNvSpPr/>
            <p:nvPr/>
          </p:nvSpPr>
          <p:spPr>
            <a:xfrm>
              <a:off x="1515889" y="2328334"/>
              <a:ext cx="86986" cy="79157"/>
            </a:xfrm>
            <a:custGeom>
              <a:avLst/>
              <a:gdLst/>
              <a:ahLst/>
              <a:cxnLst/>
              <a:rect l="l" t="t" r="r" b="b"/>
              <a:pathLst>
                <a:path w="101" h="92" extrusionOk="0">
                  <a:moveTo>
                    <a:pt x="101" y="60"/>
                  </a:moveTo>
                  <a:lnTo>
                    <a:pt x="69" y="92"/>
                  </a:lnTo>
                  <a:lnTo>
                    <a:pt x="0" y="15"/>
                  </a:lnTo>
                  <a:lnTo>
                    <a:pt x="19" y="0"/>
                  </a:lnTo>
                  <a:lnTo>
                    <a:pt x="101" y="6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33"/>
            <p:cNvSpPr/>
            <p:nvPr/>
          </p:nvSpPr>
          <p:spPr>
            <a:xfrm>
              <a:off x="1732485" y="2744126"/>
              <a:ext cx="190499" cy="540181"/>
            </a:xfrm>
            <a:custGeom>
              <a:avLst/>
              <a:gdLst/>
              <a:ahLst/>
              <a:cxnLst/>
              <a:rect l="l" t="t" r="r" b="b"/>
              <a:pathLst>
                <a:path w="220" h="622" extrusionOk="0">
                  <a:moveTo>
                    <a:pt x="64" y="120"/>
                  </a:moveTo>
                  <a:lnTo>
                    <a:pt x="175" y="0"/>
                  </a:lnTo>
                  <a:lnTo>
                    <a:pt x="220" y="16"/>
                  </a:lnTo>
                  <a:lnTo>
                    <a:pt x="24" y="622"/>
                  </a:lnTo>
                  <a:lnTo>
                    <a:pt x="0" y="614"/>
                  </a:lnTo>
                  <a:lnTo>
                    <a:pt x="13" y="511"/>
                  </a:lnTo>
                  <a:lnTo>
                    <a:pt x="64" y="12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33"/>
            <p:cNvSpPr/>
            <p:nvPr/>
          </p:nvSpPr>
          <p:spPr>
            <a:xfrm>
              <a:off x="1732485" y="3188623"/>
              <a:ext cx="47842" cy="95684"/>
            </a:xfrm>
            <a:custGeom>
              <a:avLst/>
              <a:gdLst/>
              <a:ahLst/>
              <a:cxnLst/>
              <a:rect l="l" t="t" r="r" b="b"/>
              <a:pathLst>
                <a:path w="56" h="111" extrusionOk="0">
                  <a:moveTo>
                    <a:pt x="13" y="0"/>
                  </a:moveTo>
                  <a:lnTo>
                    <a:pt x="56" y="13"/>
                  </a:lnTo>
                  <a:lnTo>
                    <a:pt x="24" y="111"/>
                  </a:lnTo>
                  <a:lnTo>
                    <a:pt x="0" y="103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33"/>
            <p:cNvSpPr/>
            <p:nvPr/>
          </p:nvSpPr>
          <p:spPr>
            <a:xfrm>
              <a:off x="1870793" y="2707592"/>
              <a:ext cx="72199" cy="73068"/>
            </a:xfrm>
            <a:custGeom>
              <a:avLst/>
              <a:gdLst/>
              <a:ahLst/>
              <a:cxnLst/>
              <a:rect l="l" t="t" r="r" b="b"/>
              <a:pathLst>
                <a:path w="84" h="85" extrusionOk="0">
                  <a:moveTo>
                    <a:pt x="84" y="42"/>
                  </a:moveTo>
                  <a:cubicBezTo>
                    <a:pt x="84" y="50"/>
                    <a:pt x="83" y="58"/>
                    <a:pt x="79" y="64"/>
                  </a:cubicBezTo>
                  <a:cubicBezTo>
                    <a:pt x="75" y="71"/>
                    <a:pt x="69" y="75"/>
                    <a:pt x="63" y="79"/>
                  </a:cubicBezTo>
                  <a:cubicBezTo>
                    <a:pt x="56" y="83"/>
                    <a:pt x="49" y="85"/>
                    <a:pt x="42" y="85"/>
                  </a:cubicBezTo>
                  <a:cubicBezTo>
                    <a:pt x="34" y="85"/>
                    <a:pt x="27" y="83"/>
                    <a:pt x="21" y="79"/>
                  </a:cubicBezTo>
                  <a:cubicBezTo>
                    <a:pt x="15" y="75"/>
                    <a:pt x="8" y="71"/>
                    <a:pt x="5" y="64"/>
                  </a:cubicBezTo>
                  <a:cubicBezTo>
                    <a:pt x="1" y="58"/>
                    <a:pt x="0" y="50"/>
                    <a:pt x="0" y="42"/>
                  </a:cubicBezTo>
                  <a:cubicBezTo>
                    <a:pt x="0" y="35"/>
                    <a:pt x="2" y="28"/>
                    <a:pt x="5" y="21"/>
                  </a:cubicBezTo>
                  <a:cubicBezTo>
                    <a:pt x="9" y="15"/>
                    <a:pt x="15" y="10"/>
                    <a:pt x="21" y="6"/>
                  </a:cubicBezTo>
                  <a:cubicBezTo>
                    <a:pt x="27" y="2"/>
                    <a:pt x="35" y="0"/>
                    <a:pt x="42" y="0"/>
                  </a:cubicBezTo>
                  <a:cubicBezTo>
                    <a:pt x="50" y="0"/>
                    <a:pt x="56" y="2"/>
                    <a:pt x="63" y="6"/>
                  </a:cubicBezTo>
                  <a:cubicBezTo>
                    <a:pt x="69" y="10"/>
                    <a:pt x="75" y="15"/>
                    <a:pt x="79" y="21"/>
                  </a:cubicBezTo>
                  <a:cubicBezTo>
                    <a:pt x="83" y="28"/>
                    <a:pt x="84" y="35"/>
                    <a:pt x="84" y="4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33"/>
            <p:cNvSpPr/>
            <p:nvPr/>
          </p:nvSpPr>
          <p:spPr>
            <a:xfrm>
              <a:off x="2245703" y="3179925"/>
              <a:ext cx="105253" cy="1416130"/>
            </a:xfrm>
            <a:custGeom>
              <a:avLst/>
              <a:gdLst/>
              <a:ahLst/>
              <a:cxnLst/>
              <a:rect l="l" t="t" r="r" b="b"/>
              <a:pathLst>
                <a:path w="122" h="1629" extrusionOk="0">
                  <a:moveTo>
                    <a:pt x="122" y="1629"/>
                  </a:moveTo>
                  <a:lnTo>
                    <a:pt x="0" y="1629"/>
                  </a:lnTo>
                  <a:lnTo>
                    <a:pt x="45" y="0"/>
                  </a:lnTo>
                  <a:lnTo>
                    <a:pt x="77" y="0"/>
                  </a:lnTo>
                  <a:lnTo>
                    <a:pt x="122" y="162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33"/>
            <p:cNvSpPr/>
            <p:nvPr/>
          </p:nvSpPr>
          <p:spPr>
            <a:xfrm>
              <a:off x="2287456" y="2802406"/>
              <a:ext cx="155705" cy="392305"/>
            </a:xfrm>
            <a:custGeom>
              <a:avLst/>
              <a:gdLst/>
              <a:ahLst/>
              <a:cxnLst/>
              <a:rect l="l" t="t" r="r" b="b"/>
              <a:pathLst>
                <a:path w="180" h="452" extrusionOk="0">
                  <a:moveTo>
                    <a:pt x="119" y="367"/>
                  </a:moveTo>
                  <a:lnTo>
                    <a:pt x="31" y="452"/>
                  </a:lnTo>
                  <a:lnTo>
                    <a:pt x="0" y="441"/>
                  </a:lnTo>
                  <a:lnTo>
                    <a:pt x="161" y="0"/>
                  </a:lnTo>
                  <a:lnTo>
                    <a:pt x="180" y="5"/>
                  </a:lnTo>
                  <a:lnTo>
                    <a:pt x="166" y="82"/>
                  </a:lnTo>
                  <a:lnTo>
                    <a:pt x="119" y="36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33"/>
            <p:cNvSpPr/>
            <p:nvPr/>
          </p:nvSpPr>
          <p:spPr>
            <a:xfrm>
              <a:off x="2404887" y="2802406"/>
              <a:ext cx="38274" cy="70459"/>
            </a:xfrm>
            <a:custGeom>
              <a:avLst/>
              <a:gdLst/>
              <a:ahLst/>
              <a:cxnLst/>
              <a:rect l="l" t="t" r="r" b="b"/>
              <a:pathLst>
                <a:path w="45" h="82" extrusionOk="0">
                  <a:moveTo>
                    <a:pt x="31" y="82"/>
                  </a:moveTo>
                  <a:lnTo>
                    <a:pt x="0" y="68"/>
                  </a:lnTo>
                  <a:lnTo>
                    <a:pt x="26" y="0"/>
                  </a:lnTo>
                  <a:lnTo>
                    <a:pt x="45" y="5"/>
                  </a:lnTo>
                  <a:lnTo>
                    <a:pt x="31" y="8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33"/>
            <p:cNvSpPr/>
            <p:nvPr/>
          </p:nvSpPr>
          <p:spPr>
            <a:xfrm>
              <a:off x="1889060" y="3153829"/>
              <a:ext cx="406225" cy="128739"/>
            </a:xfrm>
            <a:custGeom>
              <a:avLst/>
              <a:gdLst/>
              <a:ahLst/>
              <a:cxnLst/>
              <a:rect l="l" t="t" r="r" b="b"/>
              <a:pathLst>
                <a:path w="468" h="149" extrusionOk="0">
                  <a:moveTo>
                    <a:pt x="344" y="0"/>
                  </a:moveTo>
                  <a:lnTo>
                    <a:pt x="460" y="32"/>
                  </a:lnTo>
                  <a:lnTo>
                    <a:pt x="468" y="67"/>
                  </a:lnTo>
                  <a:lnTo>
                    <a:pt x="3" y="149"/>
                  </a:lnTo>
                  <a:lnTo>
                    <a:pt x="0" y="130"/>
                  </a:lnTo>
                  <a:lnTo>
                    <a:pt x="71" y="104"/>
                  </a:lnTo>
                  <a:lnTo>
                    <a:pt x="34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8625" rIns="90000" bIns="8625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33"/>
            <p:cNvSpPr/>
            <p:nvPr/>
          </p:nvSpPr>
          <p:spPr>
            <a:xfrm>
              <a:off x="1889060" y="3244294"/>
              <a:ext cx="66110" cy="38274"/>
            </a:xfrm>
            <a:custGeom>
              <a:avLst/>
              <a:gdLst/>
              <a:ahLst/>
              <a:cxnLst/>
              <a:rect l="l" t="t" r="r" b="b"/>
              <a:pathLst>
                <a:path w="77" h="45" extrusionOk="0">
                  <a:moveTo>
                    <a:pt x="71" y="0"/>
                  </a:moveTo>
                  <a:lnTo>
                    <a:pt x="77" y="31"/>
                  </a:lnTo>
                  <a:lnTo>
                    <a:pt x="3" y="45"/>
                  </a:lnTo>
                  <a:lnTo>
                    <a:pt x="0" y="26"/>
                  </a:lnTo>
                  <a:lnTo>
                    <a:pt x="7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33"/>
            <p:cNvSpPr/>
            <p:nvPr/>
          </p:nvSpPr>
          <p:spPr>
            <a:xfrm>
              <a:off x="2289196" y="3191233"/>
              <a:ext cx="287055" cy="323588"/>
            </a:xfrm>
            <a:custGeom>
              <a:avLst/>
              <a:gdLst/>
              <a:ahLst/>
              <a:cxnLst/>
              <a:rect l="l" t="t" r="r" b="b"/>
              <a:pathLst>
                <a:path w="331" h="373" extrusionOk="0">
                  <a:moveTo>
                    <a:pt x="32" y="140"/>
                  </a:moveTo>
                  <a:lnTo>
                    <a:pt x="0" y="24"/>
                  </a:lnTo>
                  <a:lnTo>
                    <a:pt x="27" y="0"/>
                  </a:lnTo>
                  <a:lnTo>
                    <a:pt x="331" y="362"/>
                  </a:lnTo>
                  <a:lnTo>
                    <a:pt x="315" y="373"/>
                  </a:lnTo>
                  <a:lnTo>
                    <a:pt x="257" y="325"/>
                  </a:lnTo>
                  <a:lnTo>
                    <a:pt x="32" y="14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33"/>
            <p:cNvSpPr/>
            <p:nvPr/>
          </p:nvSpPr>
          <p:spPr>
            <a:xfrm>
              <a:off x="2512750" y="3455670"/>
              <a:ext cx="63500" cy="59150"/>
            </a:xfrm>
            <a:custGeom>
              <a:avLst/>
              <a:gdLst/>
              <a:ahLst/>
              <a:cxnLst/>
              <a:rect l="l" t="t" r="r" b="b"/>
              <a:pathLst>
                <a:path w="74" h="69" extrusionOk="0">
                  <a:moveTo>
                    <a:pt x="0" y="21"/>
                  </a:moveTo>
                  <a:lnTo>
                    <a:pt x="24" y="0"/>
                  </a:lnTo>
                  <a:lnTo>
                    <a:pt x="74" y="58"/>
                  </a:lnTo>
                  <a:lnTo>
                    <a:pt x="58" y="69"/>
                  </a:lnTo>
                  <a:lnTo>
                    <a:pt x="0" y="2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33"/>
            <p:cNvSpPr/>
            <p:nvPr/>
          </p:nvSpPr>
          <p:spPr>
            <a:xfrm>
              <a:off x="2271799" y="3169487"/>
              <a:ext cx="52192" cy="52191"/>
            </a:xfrm>
            <a:custGeom>
              <a:avLst/>
              <a:gdLst/>
              <a:ahLst/>
              <a:cxnLst/>
              <a:rect l="l" t="t" r="r" b="b"/>
              <a:pathLst>
                <a:path w="61" h="61" extrusionOk="0">
                  <a:moveTo>
                    <a:pt x="60" y="41"/>
                  </a:moveTo>
                  <a:cubicBezTo>
                    <a:pt x="55" y="56"/>
                    <a:pt x="36" y="64"/>
                    <a:pt x="20" y="59"/>
                  </a:cubicBezTo>
                  <a:cubicBezTo>
                    <a:pt x="4" y="54"/>
                    <a:pt x="-3" y="35"/>
                    <a:pt x="2" y="19"/>
                  </a:cubicBezTo>
                  <a:cubicBezTo>
                    <a:pt x="7" y="4"/>
                    <a:pt x="26" y="-4"/>
                    <a:pt x="41" y="1"/>
                  </a:cubicBezTo>
                  <a:cubicBezTo>
                    <a:pt x="57" y="9"/>
                    <a:pt x="65" y="25"/>
                    <a:pt x="60" y="4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33"/>
            <p:cNvSpPr/>
            <p:nvPr/>
          </p:nvSpPr>
          <p:spPr>
            <a:xfrm>
              <a:off x="1103826" y="3150841"/>
              <a:ext cx="556813" cy="354823"/>
            </a:xfrm>
            <a:custGeom>
              <a:avLst/>
              <a:gdLst/>
              <a:ahLst/>
              <a:cxnLst/>
              <a:rect l="l" t="t" r="r" b="b"/>
              <a:pathLst>
                <a:path w="1349" h="860" extrusionOk="0">
                  <a:moveTo>
                    <a:pt x="1108" y="469"/>
                  </a:moveTo>
                  <a:cubicBezTo>
                    <a:pt x="1090" y="503"/>
                    <a:pt x="1056" y="527"/>
                    <a:pt x="1019" y="535"/>
                  </a:cubicBezTo>
                  <a:cubicBezTo>
                    <a:pt x="981" y="543"/>
                    <a:pt x="939" y="532"/>
                    <a:pt x="910" y="508"/>
                  </a:cubicBezTo>
                  <a:cubicBezTo>
                    <a:pt x="878" y="567"/>
                    <a:pt x="815" y="606"/>
                    <a:pt x="751" y="614"/>
                  </a:cubicBezTo>
                  <a:cubicBezTo>
                    <a:pt x="685" y="622"/>
                    <a:pt x="622" y="596"/>
                    <a:pt x="577" y="548"/>
                  </a:cubicBezTo>
                  <a:cubicBezTo>
                    <a:pt x="558" y="574"/>
                    <a:pt x="526" y="588"/>
                    <a:pt x="495" y="588"/>
                  </a:cubicBezTo>
                  <a:cubicBezTo>
                    <a:pt x="463" y="588"/>
                    <a:pt x="431" y="572"/>
                    <a:pt x="413" y="545"/>
                  </a:cubicBezTo>
                  <a:cubicBezTo>
                    <a:pt x="405" y="588"/>
                    <a:pt x="368" y="625"/>
                    <a:pt x="325" y="630"/>
                  </a:cubicBezTo>
                  <a:cubicBezTo>
                    <a:pt x="333" y="651"/>
                    <a:pt x="331" y="676"/>
                    <a:pt x="320" y="694"/>
                  </a:cubicBezTo>
                  <a:cubicBezTo>
                    <a:pt x="309" y="713"/>
                    <a:pt x="286" y="723"/>
                    <a:pt x="265" y="723"/>
                  </a:cubicBezTo>
                  <a:cubicBezTo>
                    <a:pt x="280" y="741"/>
                    <a:pt x="286" y="768"/>
                    <a:pt x="280" y="791"/>
                  </a:cubicBezTo>
                  <a:cubicBezTo>
                    <a:pt x="275" y="815"/>
                    <a:pt x="262" y="836"/>
                    <a:pt x="241" y="847"/>
                  </a:cubicBezTo>
                  <a:cubicBezTo>
                    <a:pt x="220" y="858"/>
                    <a:pt x="198" y="860"/>
                    <a:pt x="175" y="860"/>
                  </a:cubicBezTo>
                  <a:cubicBezTo>
                    <a:pt x="153" y="860"/>
                    <a:pt x="132" y="855"/>
                    <a:pt x="114" y="844"/>
                  </a:cubicBezTo>
                  <a:cubicBezTo>
                    <a:pt x="95" y="831"/>
                    <a:pt x="85" y="807"/>
                    <a:pt x="82" y="786"/>
                  </a:cubicBezTo>
                  <a:cubicBezTo>
                    <a:pt x="79" y="762"/>
                    <a:pt x="87" y="738"/>
                    <a:pt x="98" y="720"/>
                  </a:cubicBezTo>
                  <a:cubicBezTo>
                    <a:pt x="74" y="725"/>
                    <a:pt x="50" y="715"/>
                    <a:pt x="34" y="694"/>
                  </a:cubicBezTo>
                  <a:cubicBezTo>
                    <a:pt x="21" y="672"/>
                    <a:pt x="21" y="646"/>
                    <a:pt x="37" y="625"/>
                  </a:cubicBezTo>
                  <a:cubicBezTo>
                    <a:pt x="5" y="585"/>
                    <a:pt x="-8" y="529"/>
                    <a:pt x="5" y="479"/>
                  </a:cubicBezTo>
                  <a:cubicBezTo>
                    <a:pt x="18" y="429"/>
                    <a:pt x="56" y="387"/>
                    <a:pt x="103" y="368"/>
                  </a:cubicBezTo>
                  <a:cubicBezTo>
                    <a:pt x="90" y="297"/>
                    <a:pt x="119" y="220"/>
                    <a:pt x="177" y="178"/>
                  </a:cubicBezTo>
                  <a:cubicBezTo>
                    <a:pt x="235" y="135"/>
                    <a:pt x="317" y="130"/>
                    <a:pt x="381" y="167"/>
                  </a:cubicBezTo>
                  <a:cubicBezTo>
                    <a:pt x="389" y="141"/>
                    <a:pt x="415" y="119"/>
                    <a:pt x="442" y="111"/>
                  </a:cubicBezTo>
                  <a:cubicBezTo>
                    <a:pt x="468" y="104"/>
                    <a:pt x="497" y="111"/>
                    <a:pt x="518" y="133"/>
                  </a:cubicBezTo>
                  <a:cubicBezTo>
                    <a:pt x="566" y="64"/>
                    <a:pt x="640" y="16"/>
                    <a:pt x="722" y="3"/>
                  </a:cubicBezTo>
                  <a:cubicBezTo>
                    <a:pt x="804" y="-10"/>
                    <a:pt x="892" y="11"/>
                    <a:pt x="960" y="59"/>
                  </a:cubicBezTo>
                  <a:cubicBezTo>
                    <a:pt x="987" y="40"/>
                    <a:pt x="1029" y="43"/>
                    <a:pt x="1058" y="51"/>
                  </a:cubicBezTo>
                  <a:cubicBezTo>
                    <a:pt x="1087" y="59"/>
                    <a:pt x="1114" y="80"/>
                    <a:pt x="1127" y="109"/>
                  </a:cubicBezTo>
                  <a:cubicBezTo>
                    <a:pt x="1143" y="101"/>
                    <a:pt x="1161" y="104"/>
                    <a:pt x="1175" y="117"/>
                  </a:cubicBezTo>
                  <a:cubicBezTo>
                    <a:pt x="1188" y="130"/>
                    <a:pt x="1188" y="148"/>
                    <a:pt x="1180" y="164"/>
                  </a:cubicBezTo>
                  <a:cubicBezTo>
                    <a:pt x="1209" y="162"/>
                    <a:pt x="1243" y="175"/>
                    <a:pt x="1262" y="199"/>
                  </a:cubicBezTo>
                  <a:cubicBezTo>
                    <a:pt x="1280" y="223"/>
                    <a:pt x="1286" y="254"/>
                    <a:pt x="1278" y="283"/>
                  </a:cubicBezTo>
                  <a:cubicBezTo>
                    <a:pt x="1304" y="281"/>
                    <a:pt x="1333" y="297"/>
                    <a:pt x="1344" y="320"/>
                  </a:cubicBezTo>
                  <a:cubicBezTo>
                    <a:pt x="1355" y="344"/>
                    <a:pt x="1347" y="376"/>
                    <a:pt x="1328" y="395"/>
                  </a:cubicBezTo>
                  <a:cubicBezTo>
                    <a:pt x="1307" y="413"/>
                    <a:pt x="1278" y="416"/>
                    <a:pt x="1254" y="402"/>
                  </a:cubicBezTo>
                  <a:cubicBezTo>
                    <a:pt x="1254" y="432"/>
                    <a:pt x="1238" y="463"/>
                    <a:pt x="1212" y="477"/>
                  </a:cubicBezTo>
                  <a:cubicBezTo>
                    <a:pt x="1177" y="492"/>
                    <a:pt x="1135" y="484"/>
                    <a:pt x="1108" y="46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33"/>
            <p:cNvSpPr/>
            <p:nvPr/>
          </p:nvSpPr>
          <p:spPr>
            <a:xfrm>
              <a:off x="1061693" y="3392484"/>
              <a:ext cx="30980" cy="32219"/>
            </a:xfrm>
            <a:custGeom>
              <a:avLst/>
              <a:gdLst/>
              <a:ahLst/>
              <a:cxnLst/>
              <a:rect l="l" t="t" r="r" b="b"/>
              <a:pathLst>
                <a:path w="76" h="79" extrusionOk="0">
                  <a:moveTo>
                    <a:pt x="38" y="0"/>
                  </a:moveTo>
                  <a:cubicBezTo>
                    <a:pt x="-12" y="0"/>
                    <a:pt x="-13" y="79"/>
                    <a:pt x="38" y="79"/>
                  </a:cubicBezTo>
                  <a:cubicBezTo>
                    <a:pt x="88" y="79"/>
                    <a:pt x="89" y="0"/>
                    <a:pt x="3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33"/>
            <p:cNvSpPr/>
            <p:nvPr/>
          </p:nvSpPr>
          <p:spPr>
            <a:xfrm>
              <a:off x="1070781" y="3355308"/>
              <a:ext cx="18175" cy="19414"/>
            </a:xfrm>
            <a:custGeom>
              <a:avLst/>
              <a:gdLst/>
              <a:ahLst/>
              <a:cxnLst/>
              <a:rect l="l" t="t" r="r" b="b"/>
              <a:pathLst>
                <a:path w="45" h="48" extrusionOk="0">
                  <a:moveTo>
                    <a:pt x="24" y="0"/>
                  </a:moveTo>
                  <a:cubicBezTo>
                    <a:pt x="-7" y="0"/>
                    <a:pt x="-7" y="48"/>
                    <a:pt x="24" y="48"/>
                  </a:cubicBezTo>
                  <a:cubicBezTo>
                    <a:pt x="53" y="48"/>
                    <a:pt x="53" y="0"/>
                    <a:pt x="2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33"/>
            <p:cNvSpPr/>
            <p:nvPr/>
          </p:nvSpPr>
          <p:spPr>
            <a:xfrm>
              <a:off x="1041453" y="3474684"/>
              <a:ext cx="273862" cy="51633"/>
            </a:xfrm>
            <a:custGeom>
              <a:avLst/>
              <a:gdLst/>
              <a:ahLst/>
              <a:cxnLst/>
              <a:rect l="l" t="t" r="r" b="b"/>
              <a:pathLst>
                <a:path w="664" h="126" extrusionOk="0">
                  <a:moveTo>
                    <a:pt x="664" y="126"/>
                  </a:moveTo>
                  <a:cubicBezTo>
                    <a:pt x="442" y="97"/>
                    <a:pt x="222" y="97"/>
                    <a:pt x="0" y="126"/>
                  </a:cubicBezTo>
                  <a:cubicBezTo>
                    <a:pt x="3" y="116"/>
                    <a:pt x="3" y="105"/>
                    <a:pt x="5" y="95"/>
                  </a:cubicBezTo>
                  <a:cubicBezTo>
                    <a:pt x="11" y="71"/>
                    <a:pt x="13" y="47"/>
                    <a:pt x="19" y="23"/>
                  </a:cubicBezTo>
                  <a:cubicBezTo>
                    <a:pt x="228" y="-8"/>
                    <a:pt x="439" y="-8"/>
                    <a:pt x="648" y="23"/>
                  </a:cubicBezTo>
                  <a:cubicBezTo>
                    <a:pt x="651" y="47"/>
                    <a:pt x="656" y="71"/>
                    <a:pt x="662" y="92"/>
                  </a:cubicBezTo>
                  <a:cubicBezTo>
                    <a:pt x="659" y="105"/>
                    <a:pt x="662" y="116"/>
                    <a:pt x="664" y="12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350" rIns="90000" bIns="35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33"/>
            <p:cNvSpPr/>
            <p:nvPr/>
          </p:nvSpPr>
          <p:spPr>
            <a:xfrm>
              <a:off x="670107" y="3493685"/>
              <a:ext cx="1016973" cy="1110315"/>
            </a:xfrm>
            <a:custGeom>
              <a:avLst/>
              <a:gdLst/>
              <a:ahLst/>
              <a:cxnLst/>
              <a:rect l="l" t="t" r="r" b="b"/>
              <a:pathLst>
                <a:path w="2463" h="2689" extrusionOk="0">
                  <a:moveTo>
                    <a:pt x="2463" y="2689"/>
                  </a:moveTo>
                  <a:lnTo>
                    <a:pt x="0" y="2689"/>
                  </a:lnTo>
                  <a:cubicBezTo>
                    <a:pt x="349" y="1969"/>
                    <a:pt x="611" y="1221"/>
                    <a:pt x="777" y="443"/>
                  </a:cubicBezTo>
                  <a:cubicBezTo>
                    <a:pt x="783" y="422"/>
                    <a:pt x="785" y="401"/>
                    <a:pt x="791" y="379"/>
                  </a:cubicBezTo>
                  <a:cubicBezTo>
                    <a:pt x="793" y="364"/>
                    <a:pt x="796" y="350"/>
                    <a:pt x="799" y="334"/>
                  </a:cubicBezTo>
                  <a:cubicBezTo>
                    <a:pt x="804" y="305"/>
                    <a:pt x="809" y="276"/>
                    <a:pt x="817" y="244"/>
                  </a:cubicBezTo>
                  <a:cubicBezTo>
                    <a:pt x="820" y="226"/>
                    <a:pt x="825" y="207"/>
                    <a:pt x="828" y="189"/>
                  </a:cubicBezTo>
                  <a:cubicBezTo>
                    <a:pt x="830" y="176"/>
                    <a:pt x="833" y="162"/>
                    <a:pt x="836" y="149"/>
                  </a:cubicBezTo>
                  <a:cubicBezTo>
                    <a:pt x="838" y="136"/>
                    <a:pt x="841" y="125"/>
                    <a:pt x="841" y="112"/>
                  </a:cubicBezTo>
                  <a:cubicBezTo>
                    <a:pt x="846" y="83"/>
                    <a:pt x="852" y="57"/>
                    <a:pt x="854" y="28"/>
                  </a:cubicBezTo>
                  <a:cubicBezTo>
                    <a:pt x="1106" y="-10"/>
                    <a:pt x="1357" y="-10"/>
                    <a:pt x="1606" y="28"/>
                  </a:cubicBezTo>
                  <a:cubicBezTo>
                    <a:pt x="1611" y="57"/>
                    <a:pt x="1616" y="83"/>
                    <a:pt x="1619" y="112"/>
                  </a:cubicBezTo>
                  <a:cubicBezTo>
                    <a:pt x="1621" y="125"/>
                    <a:pt x="1624" y="136"/>
                    <a:pt x="1624" y="149"/>
                  </a:cubicBezTo>
                  <a:cubicBezTo>
                    <a:pt x="1627" y="162"/>
                    <a:pt x="1629" y="176"/>
                    <a:pt x="1632" y="189"/>
                  </a:cubicBezTo>
                  <a:cubicBezTo>
                    <a:pt x="1635" y="207"/>
                    <a:pt x="1640" y="226"/>
                    <a:pt x="1643" y="244"/>
                  </a:cubicBezTo>
                  <a:cubicBezTo>
                    <a:pt x="1648" y="274"/>
                    <a:pt x="1653" y="303"/>
                    <a:pt x="1661" y="334"/>
                  </a:cubicBezTo>
                  <a:cubicBezTo>
                    <a:pt x="1664" y="350"/>
                    <a:pt x="1666" y="364"/>
                    <a:pt x="1669" y="379"/>
                  </a:cubicBezTo>
                  <a:cubicBezTo>
                    <a:pt x="1674" y="401"/>
                    <a:pt x="1677" y="422"/>
                    <a:pt x="1682" y="443"/>
                  </a:cubicBezTo>
                  <a:cubicBezTo>
                    <a:pt x="1849" y="1221"/>
                    <a:pt x="2111" y="1967"/>
                    <a:pt x="2463" y="26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33"/>
            <p:cNvSpPr/>
            <p:nvPr/>
          </p:nvSpPr>
          <p:spPr>
            <a:xfrm>
              <a:off x="1014191" y="3493685"/>
              <a:ext cx="327563" cy="61134"/>
            </a:xfrm>
            <a:custGeom>
              <a:avLst/>
              <a:gdLst/>
              <a:ahLst/>
              <a:cxnLst/>
              <a:rect l="l" t="t" r="r" b="b"/>
              <a:pathLst>
                <a:path w="794" h="149" extrusionOk="0">
                  <a:moveTo>
                    <a:pt x="794" y="149"/>
                  </a:moveTo>
                  <a:cubicBezTo>
                    <a:pt x="529" y="115"/>
                    <a:pt x="265" y="115"/>
                    <a:pt x="0" y="149"/>
                  </a:cubicBezTo>
                  <a:cubicBezTo>
                    <a:pt x="3" y="136"/>
                    <a:pt x="5" y="125"/>
                    <a:pt x="5" y="112"/>
                  </a:cubicBezTo>
                  <a:cubicBezTo>
                    <a:pt x="11" y="83"/>
                    <a:pt x="16" y="57"/>
                    <a:pt x="19" y="28"/>
                  </a:cubicBezTo>
                  <a:cubicBezTo>
                    <a:pt x="270" y="-10"/>
                    <a:pt x="521" y="-10"/>
                    <a:pt x="770" y="28"/>
                  </a:cubicBezTo>
                  <a:cubicBezTo>
                    <a:pt x="775" y="57"/>
                    <a:pt x="780" y="83"/>
                    <a:pt x="783" y="112"/>
                  </a:cubicBezTo>
                  <a:cubicBezTo>
                    <a:pt x="791" y="123"/>
                    <a:pt x="791" y="136"/>
                    <a:pt x="794" y="14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8625" rIns="90000" bIns="8625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33"/>
            <p:cNvSpPr/>
            <p:nvPr/>
          </p:nvSpPr>
          <p:spPr>
            <a:xfrm>
              <a:off x="1007582" y="3560601"/>
              <a:ext cx="341606" cy="33458"/>
            </a:xfrm>
            <a:custGeom>
              <a:avLst/>
              <a:gdLst/>
              <a:ahLst/>
              <a:cxnLst/>
              <a:rect l="l" t="t" r="r" b="b"/>
              <a:pathLst>
                <a:path w="828" h="82" extrusionOk="0">
                  <a:moveTo>
                    <a:pt x="828" y="82"/>
                  </a:moveTo>
                  <a:cubicBezTo>
                    <a:pt x="553" y="43"/>
                    <a:pt x="275" y="45"/>
                    <a:pt x="0" y="82"/>
                  </a:cubicBezTo>
                  <a:cubicBezTo>
                    <a:pt x="3" y="64"/>
                    <a:pt x="8" y="45"/>
                    <a:pt x="11" y="27"/>
                  </a:cubicBezTo>
                  <a:cubicBezTo>
                    <a:pt x="281" y="-10"/>
                    <a:pt x="550" y="-10"/>
                    <a:pt x="818" y="27"/>
                  </a:cubicBezTo>
                  <a:cubicBezTo>
                    <a:pt x="820" y="43"/>
                    <a:pt x="823" y="64"/>
                    <a:pt x="828" y="8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33" name="Google Shape;533;p33"/>
            <p:cNvGrpSpPr/>
            <p:nvPr/>
          </p:nvGrpSpPr>
          <p:grpSpPr>
            <a:xfrm>
              <a:off x="55050" y="4595950"/>
              <a:ext cx="3289439" cy="9"/>
              <a:chOff x="0" y="4595950"/>
              <a:chExt cx="3289439" cy="9"/>
            </a:xfrm>
          </p:grpSpPr>
          <p:cxnSp>
            <p:nvCxnSpPr>
              <p:cNvPr id="534" name="Google Shape;534;p33"/>
              <p:cNvCxnSpPr/>
              <p:nvPr/>
            </p:nvCxnSpPr>
            <p:spPr>
              <a:xfrm>
                <a:off x="0" y="4595950"/>
                <a:ext cx="2924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5" name="Google Shape;535;p33"/>
              <p:cNvCxnSpPr/>
              <p:nvPr/>
            </p:nvCxnSpPr>
            <p:spPr>
              <a:xfrm>
                <a:off x="3072839" y="4595959"/>
                <a:ext cx="2166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536" name="Google Shape;536;p33"/>
            <p:cNvGrpSpPr/>
            <p:nvPr/>
          </p:nvGrpSpPr>
          <p:grpSpPr>
            <a:xfrm>
              <a:off x="156428" y="3156666"/>
              <a:ext cx="556793" cy="1451779"/>
              <a:chOff x="2090350" y="2239265"/>
              <a:chExt cx="905501" cy="2360616"/>
            </a:xfrm>
          </p:grpSpPr>
          <p:sp>
            <p:nvSpPr>
              <p:cNvPr id="537" name="Google Shape;537;p33"/>
              <p:cNvSpPr/>
              <p:nvPr/>
            </p:nvSpPr>
            <p:spPr>
              <a:xfrm flipH="1">
                <a:off x="2712180" y="2613372"/>
                <a:ext cx="283672" cy="1986468"/>
              </a:xfrm>
              <a:custGeom>
                <a:avLst/>
                <a:gdLst/>
                <a:ahLst/>
                <a:cxnLst/>
                <a:rect l="l" t="t" r="r" b="b"/>
                <a:pathLst>
                  <a:path w="3722" h="26064" extrusionOk="0">
                    <a:moveTo>
                      <a:pt x="3572" y="1210"/>
                    </a:moveTo>
                    <a:lnTo>
                      <a:pt x="3572" y="605"/>
                    </a:lnTo>
                    <a:lnTo>
                      <a:pt x="3721" y="605"/>
                    </a:lnTo>
                    <a:lnTo>
                      <a:pt x="3721" y="406"/>
                    </a:lnTo>
                    <a:lnTo>
                      <a:pt x="2278" y="406"/>
                    </a:lnTo>
                    <a:lnTo>
                      <a:pt x="2278" y="0"/>
                    </a:lnTo>
                    <a:lnTo>
                      <a:pt x="1445" y="0"/>
                    </a:lnTo>
                    <a:lnTo>
                      <a:pt x="1445" y="406"/>
                    </a:lnTo>
                    <a:lnTo>
                      <a:pt x="0" y="406"/>
                    </a:lnTo>
                    <a:lnTo>
                      <a:pt x="0" y="605"/>
                    </a:lnTo>
                    <a:lnTo>
                      <a:pt x="150" y="605"/>
                    </a:lnTo>
                    <a:lnTo>
                      <a:pt x="150" y="1210"/>
                    </a:lnTo>
                    <a:lnTo>
                      <a:pt x="301" y="1210"/>
                    </a:lnTo>
                    <a:lnTo>
                      <a:pt x="860" y="1963"/>
                    </a:lnTo>
                    <a:lnTo>
                      <a:pt x="696" y="1963"/>
                    </a:lnTo>
                    <a:lnTo>
                      <a:pt x="696" y="2573"/>
                    </a:lnTo>
                    <a:lnTo>
                      <a:pt x="0" y="2573"/>
                    </a:lnTo>
                    <a:lnTo>
                      <a:pt x="0" y="2772"/>
                    </a:lnTo>
                    <a:lnTo>
                      <a:pt x="149" y="2772"/>
                    </a:lnTo>
                    <a:lnTo>
                      <a:pt x="149" y="3376"/>
                    </a:lnTo>
                    <a:lnTo>
                      <a:pt x="548" y="3376"/>
                    </a:lnTo>
                    <a:lnTo>
                      <a:pt x="548" y="2772"/>
                    </a:lnTo>
                    <a:lnTo>
                      <a:pt x="1445" y="2772"/>
                    </a:lnTo>
                    <a:lnTo>
                      <a:pt x="1445" y="6207"/>
                    </a:lnTo>
                    <a:lnTo>
                      <a:pt x="0" y="6207"/>
                    </a:lnTo>
                    <a:lnTo>
                      <a:pt x="0" y="6406"/>
                    </a:lnTo>
                    <a:lnTo>
                      <a:pt x="149" y="6406"/>
                    </a:lnTo>
                    <a:lnTo>
                      <a:pt x="149" y="7010"/>
                    </a:lnTo>
                    <a:lnTo>
                      <a:pt x="548" y="7010"/>
                    </a:lnTo>
                    <a:lnTo>
                      <a:pt x="548" y="6406"/>
                    </a:lnTo>
                    <a:lnTo>
                      <a:pt x="1445" y="6406"/>
                    </a:lnTo>
                    <a:lnTo>
                      <a:pt x="1445" y="26064"/>
                    </a:lnTo>
                    <a:lnTo>
                      <a:pt x="2277" y="26064"/>
                    </a:lnTo>
                    <a:lnTo>
                      <a:pt x="2277" y="6406"/>
                    </a:lnTo>
                    <a:lnTo>
                      <a:pt x="3174" y="6406"/>
                    </a:lnTo>
                    <a:lnTo>
                      <a:pt x="3174" y="7010"/>
                    </a:lnTo>
                    <a:lnTo>
                      <a:pt x="3572" y="7010"/>
                    </a:lnTo>
                    <a:lnTo>
                      <a:pt x="3572" y="6406"/>
                    </a:lnTo>
                    <a:lnTo>
                      <a:pt x="3721" y="6406"/>
                    </a:lnTo>
                    <a:lnTo>
                      <a:pt x="3721" y="6207"/>
                    </a:lnTo>
                    <a:lnTo>
                      <a:pt x="2277" y="6207"/>
                    </a:lnTo>
                    <a:lnTo>
                      <a:pt x="2277" y="2772"/>
                    </a:lnTo>
                    <a:lnTo>
                      <a:pt x="3174" y="2772"/>
                    </a:lnTo>
                    <a:lnTo>
                      <a:pt x="3174" y="3376"/>
                    </a:lnTo>
                    <a:lnTo>
                      <a:pt x="3572" y="3376"/>
                    </a:lnTo>
                    <a:lnTo>
                      <a:pt x="3572" y="2772"/>
                    </a:lnTo>
                    <a:lnTo>
                      <a:pt x="3721" y="2772"/>
                    </a:lnTo>
                    <a:lnTo>
                      <a:pt x="3721" y="2573"/>
                    </a:lnTo>
                    <a:lnTo>
                      <a:pt x="3026" y="2573"/>
                    </a:lnTo>
                    <a:lnTo>
                      <a:pt x="3026" y="1963"/>
                    </a:lnTo>
                    <a:lnTo>
                      <a:pt x="2863" y="1963"/>
                    </a:lnTo>
                    <a:lnTo>
                      <a:pt x="3420" y="1210"/>
                    </a:lnTo>
                    <a:lnTo>
                      <a:pt x="3572" y="1210"/>
                    </a:lnTo>
                    <a:close/>
                    <a:moveTo>
                      <a:pt x="1445" y="2573"/>
                    </a:moveTo>
                    <a:lnTo>
                      <a:pt x="1094" y="2573"/>
                    </a:lnTo>
                    <a:lnTo>
                      <a:pt x="1094" y="1963"/>
                    </a:lnTo>
                    <a:lnTo>
                      <a:pt x="964" y="1963"/>
                    </a:lnTo>
                    <a:lnTo>
                      <a:pt x="406" y="1209"/>
                    </a:lnTo>
                    <a:lnTo>
                      <a:pt x="549" y="1209"/>
                    </a:lnTo>
                    <a:lnTo>
                      <a:pt x="549" y="605"/>
                    </a:lnTo>
                    <a:lnTo>
                      <a:pt x="1445" y="605"/>
                    </a:lnTo>
                    <a:close/>
                    <a:moveTo>
                      <a:pt x="2759" y="1963"/>
                    </a:moveTo>
                    <a:lnTo>
                      <a:pt x="2628" y="1963"/>
                    </a:lnTo>
                    <a:lnTo>
                      <a:pt x="2628" y="2573"/>
                    </a:lnTo>
                    <a:lnTo>
                      <a:pt x="2278" y="2573"/>
                    </a:lnTo>
                    <a:lnTo>
                      <a:pt x="2278" y="605"/>
                    </a:lnTo>
                    <a:lnTo>
                      <a:pt x="3174" y="605"/>
                    </a:lnTo>
                    <a:lnTo>
                      <a:pt x="3174" y="1209"/>
                    </a:lnTo>
                    <a:lnTo>
                      <a:pt x="3317" y="120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Google Shape;538;p33"/>
              <p:cNvSpPr/>
              <p:nvPr/>
            </p:nvSpPr>
            <p:spPr>
              <a:xfrm flipH="1">
                <a:off x="2090350" y="2239265"/>
                <a:ext cx="337102" cy="2360616"/>
              </a:xfrm>
              <a:custGeom>
                <a:avLst/>
                <a:gdLst/>
                <a:ahLst/>
                <a:cxnLst/>
                <a:rect l="l" t="t" r="r" b="b"/>
                <a:pathLst>
                  <a:path w="3722" h="26064" extrusionOk="0">
                    <a:moveTo>
                      <a:pt x="3572" y="1210"/>
                    </a:moveTo>
                    <a:lnTo>
                      <a:pt x="3572" y="605"/>
                    </a:lnTo>
                    <a:lnTo>
                      <a:pt x="3721" y="605"/>
                    </a:lnTo>
                    <a:lnTo>
                      <a:pt x="3721" y="406"/>
                    </a:lnTo>
                    <a:lnTo>
                      <a:pt x="2278" y="406"/>
                    </a:lnTo>
                    <a:lnTo>
                      <a:pt x="2278" y="0"/>
                    </a:lnTo>
                    <a:lnTo>
                      <a:pt x="1445" y="0"/>
                    </a:lnTo>
                    <a:lnTo>
                      <a:pt x="1445" y="406"/>
                    </a:lnTo>
                    <a:lnTo>
                      <a:pt x="0" y="406"/>
                    </a:lnTo>
                    <a:lnTo>
                      <a:pt x="0" y="605"/>
                    </a:lnTo>
                    <a:lnTo>
                      <a:pt x="150" y="605"/>
                    </a:lnTo>
                    <a:lnTo>
                      <a:pt x="150" y="1210"/>
                    </a:lnTo>
                    <a:lnTo>
                      <a:pt x="301" y="1210"/>
                    </a:lnTo>
                    <a:lnTo>
                      <a:pt x="860" y="1963"/>
                    </a:lnTo>
                    <a:lnTo>
                      <a:pt x="696" y="1963"/>
                    </a:lnTo>
                    <a:lnTo>
                      <a:pt x="696" y="2573"/>
                    </a:lnTo>
                    <a:lnTo>
                      <a:pt x="0" y="2573"/>
                    </a:lnTo>
                    <a:lnTo>
                      <a:pt x="0" y="2772"/>
                    </a:lnTo>
                    <a:lnTo>
                      <a:pt x="149" y="2772"/>
                    </a:lnTo>
                    <a:lnTo>
                      <a:pt x="149" y="3376"/>
                    </a:lnTo>
                    <a:lnTo>
                      <a:pt x="548" y="3376"/>
                    </a:lnTo>
                    <a:lnTo>
                      <a:pt x="548" y="2772"/>
                    </a:lnTo>
                    <a:lnTo>
                      <a:pt x="1445" y="2772"/>
                    </a:lnTo>
                    <a:lnTo>
                      <a:pt x="1445" y="6207"/>
                    </a:lnTo>
                    <a:lnTo>
                      <a:pt x="0" y="6207"/>
                    </a:lnTo>
                    <a:lnTo>
                      <a:pt x="0" y="6406"/>
                    </a:lnTo>
                    <a:lnTo>
                      <a:pt x="149" y="6406"/>
                    </a:lnTo>
                    <a:lnTo>
                      <a:pt x="149" y="7010"/>
                    </a:lnTo>
                    <a:lnTo>
                      <a:pt x="548" y="7010"/>
                    </a:lnTo>
                    <a:lnTo>
                      <a:pt x="548" y="6406"/>
                    </a:lnTo>
                    <a:lnTo>
                      <a:pt x="1445" y="6406"/>
                    </a:lnTo>
                    <a:lnTo>
                      <a:pt x="1445" y="26064"/>
                    </a:lnTo>
                    <a:lnTo>
                      <a:pt x="2277" y="26064"/>
                    </a:lnTo>
                    <a:lnTo>
                      <a:pt x="2277" y="6406"/>
                    </a:lnTo>
                    <a:lnTo>
                      <a:pt x="3174" y="6406"/>
                    </a:lnTo>
                    <a:lnTo>
                      <a:pt x="3174" y="7010"/>
                    </a:lnTo>
                    <a:lnTo>
                      <a:pt x="3572" y="7010"/>
                    </a:lnTo>
                    <a:lnTo>
                      <a:pt x="3572" y="6406"/>
                    </a:lnTo>
                    <a:lnTo>
                      <a:pt x="3721" y="6406"/>
                    </a:lnTo>
                    <a:lnTo>
                      <a:pt x="3721" y="6207"/>
                    </a:lnTo>
                    <a:lnTo>
                      <a:pt x="2277" y="6207"/>
                    </a:lnTo>
                    <a:lnTo>
                      <a:pt x="2277" y="2772"/>
                    </a:lnTo>
                    <a:lnTo>
                      <a:pt x="3174" y="2772"/>
                    </a:lnTo>
                    <a:lnTo>
                      <a:pt x="3174" y="3376"/>
                    </a:lnTo>
                    <a:lnTo>
                      <a:pt x="3572" y="3376"/>
                    </a:lnTo>
                    <a:lnTo>
                      <a:pt x="3572" y="2772"/>
                    </a:lnTo>
                    <a:lnTo>
                      <a:pt x="3721" y="2772"/>
                    </a:lnTo>
                    <a:lnTo>
                      <a:pt x="3721" y="2573"/>
                    </a:lnTo>
                    <a:lnTo>
                      <a:pt x="3026" y="2573"/>
                    </a:lnTo>
                    <a:lnTo>
                      <a:pt x="3026" y="1963"/>
                    </a:lnTo>
                    <a:lnTo>
                      <a:pt x="2863" y="1963"/>
                    </a:lnTo>
                    <a:lnTo>
                      <a:pt x="3420" y="1210"/>
                    </a:lnTo>
                    <a:lnTo>
                      <a:pt x="3572" y="1210"/>
                    </a:lnTo>
                    <a:close/>
                    <a:moveTo>
                      <a:pt x="1445" y="2573"/>
                    </a:moveTo>
                    <a:lnTo>
                      <a:pt x="1094" y="2573"/>
                    </a:lnTo>
                    <a:lnTo>
                      <a:pt x="1094" y="1963"/>
                    </a:lnTo>
                    <a:lnTo>
                      <a:pt x="964" y="1963"/>
                    </a:lnTo>
                    <a:lnTo>
                      <a:pt x="406" y="1209"/>
                    </a:lnTo>
                    <a:lnTo>
                      <a:pt x="549" y="1209"/>
                    </a:lnTo>
                    <a:lnTo>
                      <a:pt x="549" y="605"/>
                    </a:lnTo>
                    <a:lnTo>
                      <a:pt x="1445" y="605"/>
                    </a:lnTo>
                    <a:close/>
                    <a:moveTo>
                      <a:pt x="2759" y="1963"/>
                    </a:moveTo>
                    <a:lnTo>
                      <a:pt x="2628" y="1963"/>
                    </a:lnTo>
                    <a:lnTo>
                      <a:pt x="2628" y="2573"/>
                    </a:lnTo>
                    <a:lnTo>
                      <a:pt x="2278" y="2573"/>
                    </a:lnTo>
                    <a:lnTo>
                      <a:pt x="2278" y="605"/>
                    </a:lnTo>
                    <a:lnTo>
                      <a:pt x="3174" y="605"/>
                    </a:lnTo>
                    <a:lnTo>
                      <a:pt x="3174" y="1209"/>
                    </a:lnTo>
                    <a:lnTo>
                      <a:pt x="3317" y="120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Google Shape;539;p33"/>
              <p:cNvSpPr/>
              <p:nvPr/>
            </p:nvSpPr>
            <p:spPr>
              <a:xfrm flipH="1">
                <a:off x="2378953" y="2297047"/>
                <a:ext cx="350052" cy="379826"/>
              </a:xfrm>
              <a:custGeom>
                <a:avLst/>
                <a:gdLst/>
                <a:ahLst/>
                <a:cxnLst/>
                <a:rect l="l" t="t" r="r" b="b"/>
                <a:pathLst>
                  <a:path w="12020" h="14298" extrusionOk="0">
                    <a:moveTo>
                      <a:pt x="0" y="13737"/>
                    </a:moveTo>
                    <a:cubicBezTo>
                      <a:pt x="5217" y="16868"/>
                      <a:pt x="10098" y="5773"/>
                      <a:pt x="12020" y="0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40" name="Google Shape;540;p33"/>
              <p:cNvSpPr/>
              <p:nvPr/>
            </p:nvSpPr>
            <p:spPr>
              <a:xfrm flipH="1">
                <a:off x="2371680" y="2464308"/>
                <a:ext cx="364950" cy="364950"/>
              </a:xfrm>
              <a:custGeom>
                <a:avLst/>
                <a:gdLst/>
                <a:ahLst/>
                <a:cxnLst/>
                <a:rect l="l" t="t" r="r" b="b"/>
                <a:pathLst>
                  <a:path w="13738" h="13738" extrusionOk="0">
                    <a:moveTo>
                      <a:pt x="0" y="13738"/>
                    </a:moveTo>
                    <a:cubicBezTo>
                      <a:pt x="6476" y="13738"/>
                      <a:pt x="12169" y="6283"/>
                      <a:pt x="13738" y="0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41" name="Google Shape;541;p33"/>
              <p:cNvSpPr/>
              <p:nvPr/>
            </p:nvSpPr>
            <p:spPr>
              <a:xfrm flipH="1">
                <a:off x="2385676" y="2832756"/>
                <a:ext cx="350104" cy="284644"/>
              </a:xfrm>
              <a:custGeom>
                <a:avLst/>
                <a:gdLst/>
                <a:ahLst/>
                <a:cxnLst/>
                <a:rect l="l" t="t" r="r" b="b"/>
                <a:pathLst>
                  <a:path w="12605" h="10715" extrusionOk="0">
                    <a:moveTo>
                      <a:pt x="0" y="10599"/>
                    </a:moveTo>
                    <a:cubicBezTo>
                      <a:pt x="5415" y="11499"/>
                      <a:pt x="11704" y="5415"/>
                      <a:pt x="12605" y="0"/>
                    </a:cubicBez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542" name="Google Shape;542;p33"/>
          <p:cNvGrpSpPr/>
          <p:nvPr/>
        </p:nvGrpSpPr>
        <p:grpSpPr>
          <a:xfrm>
            <a:off x="-5250" y="148063"/>
            <a:ext cx="9154500" cy="5000675"/>
            <a:chOff x="-5250" y="148063"/>
            <a:chExt cx="9154500" cy="5000675"/>
          </a:xfrm>
        </p:grpSpPr>
        <p:cxnSp>
          <p:nvCxnSpPr>
            <p:cNvPr id="543" name="Google Shape;543;p33"/>
            <p:cNvCxnSpPr/>
            <p:nvPr/>
          </p:nvCxnSpPr>
          <p:spPr>
            <a:xfrm>
              <a:off x="-5250" y="264463"/>
              <a:ext cx="9154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44" name="Google Shape;544;p33"/>
            <p:cNvCxnSpPr/>
            <p:nvPr/>
          </p:nvCxnSpPr>
          <p:spPr>
            <a:xfrm>
              <a:off x="8787425" y="259338"/>
              <a:ext cx="0" cy="4889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45" name="Google Shape;545;p33"/>
            <p:cNvSpPr/>
            <p:nvPr/>
          </p:nvSpPr>
          <p:spPr>
            <a:xfrm>
              <a:off x="488125" y="211663"/>
              <a:ext cx="723600" cy="1056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stok Web"/>
                <a:ea typeface="Istok Web"/>
                <a:cs typeface="Istok Web"/>
                <a:sym typeface="Istok Web"/>
              </a:endParaRPr>
            </a:p>
          </p:txBody>
        </p:sp>
        <p:sp>
          <p:nvSpPr>
            <p:cNvPr id="546" name="Google Shape;546;p33"/>
            <p:cNvSpPr/>
            <p:nvPr/>
          </p:nvSpPr>
          <p:spPr>
            <a:xfrm>
              <a:off x="8671025" y="148063"/>
              <a:ext cx="232800" cy="2328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stok Web"/>
                <a:ea typeface="Istok Web"/>
                <a:cs typeface="Istok Web"/>
                <a:sym typeface="Istok Web"/>
              </a:endParaRPr>
            </a:p>
          </p:txBody>
        </p:sp>
        <p:sp>
          <p:nvSpPr>
            <p:cNvPr id="547" name="Google Shape;547;p33"/>
            <p:cNvSpPr/>
            <p:nvPr/>
          </p:nvSpPr>
          <p:spPr>
            <a:xfrm>
              <a:off x="8701325" y="4706538"/>
              <a:ext cx="172200" cy="1722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Istok Web"/>
                <a:ea typeface="Istok Web"/>
                <a:cs typeface="Istok Web"/>
                <a:sym typeface="Istok Web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ecular One"/>
              <a:buNone/>
              <a:defRPr sz="3000" b="1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ecular One"/>
              <a:buNone/>
              <a:defRPr sz="3000" b="1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ecular One"/>
              <a:buNone/>
              <a:defRPr sz="3000" b="1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ecular One"/>
              <a:buNone/>
              <a:defRPr sz="3000" b="1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ecular One"/>
              <a:buNone/>
              <a:defRPr sz="3000" b="1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ecular One"/>
              <a:buNone/>
              <a:defRPr sz="3000" b="1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ecular One"/>
              <a:buNone/>
              <a:defRPr sz="3000" b="1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ecular One"/>
              <a:buNone/>
              <a:defRPr sz="3000" b="1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ecular One"/>
              <a:buNone/>
              <a:defRPr sz="3000" b="1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Istok Web"/>
              <a:buChar char="●"/>
              <a:defRPr>
                <a:solidFill>
                  <a:schemeClr val="dk1"/>
                </a:solidFill>
                <a:latin typeface="Istok Web"/>
                <a:ea typeface="Istok Web"/>
                <a:cs typeface="Istok Web"/>
                <a:sym typeface="Istok Web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stok Web"/>
              <a:buChar char="○"/>
              <a:defRPr>
                <a:solidFill>
                  <a:schemeClr val="dk1"/>
                </a:solidFill>
                <a:latin typeface="Istok Web"/>
                <a:ea typeface="Istok Web"/>
                <a:cs typeface="Istok Web"/>
                <a:sym typeface="Istok Web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stok Web"/>
              <a:buChar char="■"/>
              <a:defRPr>
                <a:solidFill>
                  <a:schemeClr val="dk1"/>
                </a:solidFill>
                <a:latin typeface="Istok Web"/>
                <a:ea typeface="Istok Web"/>
                <a:cs typeface="Istok Web"/>
                <a:sym typeface="Istok Web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stok Web"/>
              <a:buChar char="●"/>
              <a:defRPr>
                <a:solidFill>
                  <a:schemeClr val="dk1"/>
                </a:solidFill>
                <a:latin typeface="Istok Web"/>
                <a:ea typeface="Istok Web"/>
                <a:cs typeface="Istok Web"/>
                <a:sym typeface="Istok Web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stok Web"/>
              <a:buChar char="○"/>
              <a:defRPr>
                <a:solidFill>
                  <a:schemeClr val="dk1"/>
                </a:solidFill>
                <a:latin typeface="Istok Web"/>
                <a:ea typeface="Istok Web"/>
                <a:cs typeface="Istok Web"/>
                <a:sym typeface="Istok Web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stok Web"/>
              <a:buChar char="■"/>
              <a:defRPr>
                <a:solidFill>
                  <a:schemeClr val="dk1"/>
                </a:solidFill>
                <a:latin typeface="Istok Web"/>
                <a:ea typeface="Istok Web"/>
                <a:cs typeface="Istok Web"/>
                <a:sym typeface="Istok Web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stok Web"/>
              <a:buChar char="●"/>
              <a:defRPr>
                <a:solidFill>
                  <a:schemeClr val="dk1"/>
                </a:solidFill>
                <a:latin typeface="Istok Web"/>
                <a:ea typeface="Istok Web"/>
                <a:cs typeface="Istok Web"/>
                <a:sym typeface="Istok Web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stok Web"/>
              <a:buChar char="○"/>
              <a:defRPr>
                <a:solidFill>
                  <a:schemeClr val="dk1"/>
                </a:solidFill>
                <a:latin typeface="Istok Web"/>
                <a:ea typeface="Istok Web"/>
                <a:cs typeface="Istok Web"/>
                <a:sym typeface="Istok Web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stok Web"/>
              <a:buChar char="■"/>
              <a:defRPr>
                <a:solidFill>
                  <a:schemeClr val="dk1"/>
                </a:solidFill>
                <a:latin typeface="Istok Web"/>
                <a:ea typeface="Istok Web"/>
                <a:cs typeface="Istok Web"/>
                <a:sym typeface="Istok Web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7" r:id="rId6"/>
    <p:sldLayoutId id="2147483658" r:id="rId7"/>
    <p:sldLayoutId id="2147483659" r:id="rId8"/>
    <p:sldLayoutId id="2147483660" r:id="rId9"/>
    <p:sldLayoutId id="2147483665" r:id="rId10"/>
    <p:sldLayoutId id="2147483666" r:id="rId11"/>
    <p:sldLayoutId id="2147483667" r:id="rId12"/>
    <p:sldLayoutId id="2147483668" r:id="rId13"/>
    <p:sldLayoutId id="2147483669" r:id="rId14"/>
    <p:sldLayoutId id="2147483671" r:id="rId15"/>
    <p:sldLayoutId id="2147483672" r:id="rId16"/>
    <p:sldLayoutId id="2147483673" r:id="rId17"/>
    <p:sldLayoutId id="2147483674" r:id="rId18"/>
    <p:sldLayoutId id="2147483678" r:id="rId19"/>
    <p:sldLayoutId id="2147483679" r:id="rId2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37"/>
          <p:cNvSpPr txBox="1">
            <a:spLocks noGrp="1"/>
          </p:cNvSpPr>
          <p:nvPr>
            <p:ph type="ctrTitle"/>
          </p:nvPr>
        </p:nvSpPr>
        <p:spPr>
          <a:xfrm>
            <a:off x="3603476" y="374650"/>
            <a:ext cx="4827399" cy="267446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Cyrl-RS" sz="2000" dirty="0" smtClean="0">
                <a:latin typeface="Times New Roman" pitchFamily="18" charset="0"/>
                <a:cs typeface="Times New Roman" pitchFamily="18" charset="0"/>
              </a:rPr>
              <a:t>Системи за паковање производа у префабриковане картонске кутије</a:t>
            </a:r>
            <a:endParaRPr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59" name="Google Shape;559;p37"/>
          <p:cNvSpPr txBox="1">
            <a:spLocks noGrp="1"/>
          </p:cNvSpPr>
          <p:nvPr>
            <p:ph type="subTitle" idx="1"/>
          </p:nvPr>
        </p:nvSpPr>
        <p:spPr>
          <a:xfrm>
            <a:off x="3953375" y="3242188"/>
            <a:ext cx="4477500" cy="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Cyrl-RS" dirty="0" smtClean="0"/>
              <a:t>Аутор: Лука Аладић </a:t>
            </a:r>
            <a:r>
              <a:rPr lang="sr-Cyrl-RS" dirty="0" smtClean="0"/>
              <a:t>ЕЛИН</a:t>
            </a:r>
            <a:r>
              <a:rPr lang="en-US" dirty="0" smtClean="0"/>
              <a:t>-</a:t>
            </a:r>
            <a:r>
              <a:rPr lang="sr-Cyrl-RS" dirty="0" smtClean="0"/>
              <a:t>47</a:t>
            </a:r>
            <a:r>
              <a:rPr lang="en-US" dirty="0" smtClean="0"/>
              <a:t>/</a:t>
            </a:r>
            <a:r>
              <a:rPr lang="sr-Cyrl-RS" dirty="0" smtClean="0"/>
              <a:t>24</a:t>
            </a:r>
            <a:endParaRPr dirty="0"/>
          </a:p>
        </p:txBody>
      </p:sp>
      <p:grpSp>
        <p:nvGrpSpPr>
          <p:cNvPr id="560" name="Google Shape;560;p37"/>
          <p:cNvGrpSpPr/>
          <p:nvPr/>
        </p:nvGrpSpPr>
        <p:grpSpPr>
          <a:xfrm>
            <a:off x="106675" y="1494975"/>
            <a:ext cx="4211464" cy="3109031"/>
            <a:chOff x="106675" y="1494975"/>
            <a:chExt cx="4211464" cy="3109031"/>
          </a:xfrm>
        </p:grpSpPr>
        <p:sp>
          <p:nvSpPr>
            <p:cNvPr id="561" name="Google Shape;561;p37"/>
            <p:cNvSpPr/>
            <p:nvPr/>
          </p:nvSpPr>
          <p:spPr>
            <a:xfrm>
              <a:off x="3458643" y="1494975"/>
              <a:ext cx="488880" cy="795601"/>
            </a:xfrm>
            <a:custGeom>
              <a:avLst/>
              <a:gdLst/>
              <a:ahLst/>
              <a:cxnLst/>
              <a:rect l="l" t="t" r="r" b="b"/>
              <a:pathLst>
                <a:path w="1359" h="2211" extrusionOk="0">
                  <a:moveTo>
                    <a:pt x="1325" y="99"/>
                  </a:moveTo>
                  <a:cubicBezTo>
                    <a:pt x="1282" y="30"/>
                    <a:pt x="1198" y="-12"/>
                    <a:pt x="1118" y="4"/>
                  </a:cubicBezTo>
                  <a:cubicBezTo>
                    <a:pt x="1086" y="9"/>
                    <a:pt x="1060" y="27"/>
                    <a:pt x="1039" y="49"/>
                  </a:cubicBezTo>
                  <a:cubicBezTo>
                    <a:pt x="1018" y="27"/>
                    <a:pt x="994" y="11"/>
                    <a:pt x="965" y="6"/>
                  </a:cubicBezTo>
                  <a:cubicBezTo>
                    <a:pt x="867" y="-18"/>
                    <a:pt x="780" y="38"/>
                    <a:pt x="708" y="99"/>
                  </a:cubicBezTo>
                  <a:cubicBezTo>
                    <a:pt x="584" y="213"/>
                    <a:pt x="499" y="374"/>
                    <a:pt x="470" y="541"/>
                  </a:cubicBezTo>
                  <a:cubicBezTo>
                    <a:pt x="462" y="586"/>
                    <a:pt x="459" y="631"/>
                    <a:pt x="459" y="676"/>
                  </a:cubicBezTo>
                  <a:cubicBezTo>
                    <a:pt x="399" y="665"/>
                    <a:pt x="335" y="702"/>
                    <a:pt x="301" y="752"/>
                  </a:cubicBezTo>
                  <a:cubicBezTo>
                    <a:pt x="256" y="816"/>
                    <a:pt x="245" y="903"/>
                    <a:pt x="237" y="977"/>
                  </a:cubicBezTo>
                  <a:cubicBezTo>
                    <a:pt x="227" y="1059"/>
                    <a:pt x="229" y="1141"/>
                    <a:pt x="237" y="1221"/>
                  </a:cubicBezTo>
                  <a:cubicBezTo>
                    <a:pt x="243" y="1284"/>
                    <a:pt x="253" y="1348"/>
                    <a:pt x="266" y="1408"/>
                  </a:cubicBezTo>
                  <a:cubicBezTo>
                    <a:pt x="258" y="1408"/>
                    <a:pt x="250" y="1408"/>
                    <a:pt x="245" y="1411"/>
                  </a:cubicBezTo>
                  <a:cubicBezTo>
                    <a:pt x="192" y="1424"/>
                    <a:pt x="163" y="1477"/>
                    <a:pt x="147" y="1525"/>
                  </a:cubicBezTo>
                  <a:cubicBezTo>
                    <a:pt x="121" y="1612"/>
                    <a:pt x="123" y="1705"/>
                    <a:pt x="150" y="1789"/>
                  </a:cubicBezTo>
                  <a:cubicBezTo>
                    <a:pt x="137" y="1789"/>
                    <a:pt x="126" y="1792"/>
                    <a:pt x="113" y="1795"/>
                  </a:cubicBezTo>
                  <a:cubicBezTo>
                    <a:pt x="65" y="1808"/>
                    <a:pt x="31" y="1845"/>
                    <a:pt x="12" y="1890"/>
                  </a:cubicBezTo>
                  <a:cubicBezTo>
                    <a:pt x="-27" y="1996"/>
                    <a:pt x="39" y="2096"/>
                    <a:pt x="100" y="2176"/>
                  </a:cubicBezTo>
                  <a:cubicBezTo>
                    <a:pt x="102" y="2181"/>
                    <a:pt x="108" y="2184"/>
                    <a:pt x="113" y="2186"/>
                  </a:cubicBezTo>
                  <a:cubicBezTo>
                    <a:pt x="118" y="2194"/>
                    <a:pt x="126" y="2199"/>
                    <a:pt x="134" y="2205"/>
                  </a:cubicBezTo>
                  <a:cubicBezTo>
                    <a:pt x="192" y="2226"/>
                    <a:pt x="250" y="2189"/>
                    <a:pt x="285" y="2144"/>
                  </a:cubicBezTo>
                  <a:cubicBezTo>
                    <a:pt x="322" y="2094"/>
                    <a:pt x="325" y="2030"/>
                    <a:pt x="354" y="1975"/>
                  </a:cubicBezTo>
                  <a:cubicBezTo>
                    <a:pt x="383" y="1922"/>
                    <a:pt x="430" y="1885"/>
                    <a:pt x="470" y="1840"/>
                  </a:cubicBezTo>
                  <a:cubicBezTo>
                    <a:pt x="512" y="1795"/>
                    <a:pt x="547" y="1742"/>
                    <a:pt x="555" y="1681"/>
                  </a:cubicBezTo>
                  <a:cubicBezTo>
                    <a:pt x="557" y="1644"/>
                    <a:pt x="549" y="1604"/>
                    <a:pt x="528" y="1572"/>
                  </a:cubicBezTo>
                  <a:cubicBezTo>
                    <a:pt x="618" y="1535"/>
                    <a:pt x="703" y="1490"/>
                    <a:pt x="761" y="1411"/>
                  </a:cubicBezTo>
                  <a:cubicBezTo>
                    <a:pt x="825" y="1326"/>
                    <a:pt x="846" y="1207"/>
                    <a:pt x="782" y="1115"/>
                  </a:cubicBezTo>
                  <a:cubicBezTo>
                    <a:pt x="772" y="1099"/>
                    <a:pt x="758" y="1083"/>
                    <a:pt x="743" y="1072"/>
                  </a:cubicBezTo>
                  <a:cubicBezTo>
                    <a:pt x="814" y="1046"/>
                    <a:pt x="877" y="1004"/>
                    <a:pt x="930" y="948"/>
                  </a:cubicBezTo>
                  <a:cubicBezTo>
                    <a:pt x="967" y="908"/>
                    <a:pt x="999" y="863"/>
                    <a:pt x="1023" y="813"/>
                  </a:cubicBezTo>
                  <a:cubicBezTo>
                    <a:pt x="1047" y="760"/>
                    <a:pt x="1071" y="694"/>
                    <a:pt x="1057" y="636"/>
                  </a:cubicBezTo>
                  <a:cubicBezTo>
                    <a:pt x="1055" y="625"/>
                    <a:pt x="1049" y="615"/>
                    <a:pt x="1044" y="607"/>
                  </a:cubicBezTo>
                  <a:cubicBezTo>
                    <a:pt x="1089" y="588"/>
                    <a:pt x="1131" y="567"/>
                    <a:pt x="1169" y="538"/>
                  </a:cubicBezTo>
                  <a:cubicBezTo>
                    <a:pt x="1237" y="488"/>
                    <a:pt x="1301" y="424"/>
                    <a:pt x="1335" y="345"/>
                  </a:cubicBezTo>
                  <a:cubicBezTo>
                    <a:pt x="1367" y="271"/>
                    <a:pt x="1372" y="175"/>
                    <a:pt x="1325" y="9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62" name="Google Shape;562;p37"/>
            <p:cNvGrpSpPr/>
            <p:nvPr/>
          </p:nvGrpSpPr>
          <p:grpSpPr>
            <a:xfrm>
              <a:off x="1250432" y="2245505"/>
              <a:ext cx="734041" cy="2351041"/>
              <a:chOff x="370549" y="2791178"/>
              <a:chExt cx="570972" cy="1828750"/>
            </a:xfrm>
          </p:grpSpPr>
          <p:sp>
            <p:nvSpPr>
              <p:cNvPr id="563" name="Google Shape;563;p37"/>
              <p:cNvSpPr/>
              <p:nvPr/>
            </p:nvSpPr>
            <p:spPr>
              <a:xfrm flipH="1">
                <a:off x="370549" y="2835688"/>
                <a:ext cx="570972" cy="1784240"/>
              </a:xfrm>
              <a:custGeom>
                <a:avLst/>
                <a:gdLst/>
                <a:ahLst/>
                <a:cxnLst/>
                <a:rect l="l" t="t" r="r" b="b"/>
                <a:pathLst>
                  <a:path w="744" h="2325" extrusionOk="0">
                    <a:moveTo>
                      <a:pt x="8" y="2325"/>
                    </a:moveTo>
                    <a:cubicBezTo>
                      <a:pt x="6" y="2325"/>
                      <a:pt x="6" y="2325"/>
                      <a:pt x="5" y="2325"/>
                    </a:cubicBezTo>
                    <a:cubicBezTo>
                      <a:pt x="0" y="2324"/>
                      <a:pt x="-1" y="2320"/>
                      <a:pt x="0" y="2317"/>
                    </a:cubicBezTo>
                    <a:cubicBezTo>
                      <a:pt x="258" y="1660"/>
                      <a:pt x="284" y="23"/>
                      <a:pt x="284" y="7"/>
                    </a:cubicBezTo>
                    <a:cubicBezTo>
                      <a:pt x="284" y="3"/>
                      <a:pt x="287" y="0"/>
                      <a:pt x="292" y="0"/>
                    </a:cubicBezTo>
                    <a:lnTo>
                      <a:pt x="452" y="0"/>
                    </a:lnTo>
                    <a:cubicBezTo>
                      <a:pt x="456" y="0"/>
                      <a:pt x="459" y="3"/>
                      <a:pt x="459" y="7"/>
                    </a:cubicBezTo>
                    <a:cubicBezTo>
                      <a:pt x="459" y="22"/>
                      <a:pt x="497" y="1490"/>
                      <a:pt x="743" y="2317"/>
                    </a:cubicBezTo>
                    <a:cubicBezTo>
                      <a:pt x="745" y="2321"/>
                      <a:pt x="742" y="2324"/>
                      <a:pt x="739" y="2325"/>
                    </a:cubicBezTo>
                    <a:cubicBezTo>
                      <a:pt x="735" y="2327"/>
                      <a:pt x="732" y="2324"/>
                      <a:pt x="730" y="2321"/>
                    </a:cubicBezTo>
                    <a:cubicBezTo>
                      <a:pt x="491" y="1523"/>
                      <a:pt x="448" y="127"/>
                      <a:pt x="445" y="14"/>
                    </a:cubicBezTo>
                    <a:lnTo>
                      <a:pt x="299" y="14"/>
                    </a:lnTo>
                    <a:cubicBezTo>
                      <a:pt x="297" y="134"/>
                      <a:pt x="264" y="1684"/>
                      <a:pt x="13" y="2322"/>
                    </a:cubicBezTo>
                    <a:cubicBezTo>
                      <a:pt x="13" y="2324"/>
                      <a:pt x="10" y="2325"/>
                      <a:pt x="8" y="232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4" name="Google Shape;564;p37"/>
              <p:cNvSpPr/>
              <p:nvPr/>
            </p:nvSpPr>
            <p:spPr>
              <a:xfrm flipH="1">
                <a:off x="458804" y="2834921"/>
                <a:ext cx="320020" cy="1388254"/>
              </a:xfrm>
              <a:custGeom>
                <a:avLst/>
                <a:gdLst/>
                <a:ahLst/>
                <a:cxnLst/>
                <a:rect l="l" t="t" r="r" b="b"/>
                <a:pathLst>
                  <a:path w="417" h="1809" extrusionOk="0">
                    <a:moveTo>
                      <a:pt x="408" y="1809"/>
                    </a:moveTo>
                    <a:cubicBezTo>
                      <a:pt x="405" y="1809"/>
                      <a:pt x="403" y="1808"/>
                      <a:pt x="402" y="1806"/>
                    </a:cubicBezTo>
                    <a:lnTo>
                      <a:pt x="1" y="1238"/>
                    </a:lnTo>
                    <a:cubicBezTo>
                      <a:pt x="0" y="1235"/>
                      <a:pt x="0" y="1232"/>
                      <a:pt x="1" y="1231"/>
                    </a:cubicBezTo>
                    <a:lnTo>
                      <a:pt x="272" y="741"/>
                    </a:lnTo>
                    <a:lnTo>
                      <a:pt x="64" y="335"/>
                    </a:lnTo>
                    <a:cubicBezTo>
                      <a:pt x="62" y="333"/>
                      <a:pt x="62" y="330"/>
                      <a:pt x="64" y="327"/>
                    </a:cubicBezTo>
                    <a:lnTo>
                      <a:pt x="234" y="4"/>
                    </a:lnTo>
                    <a:cubicBezTo>
                      <a:pt x="236" y="1"/>
                      <a:pt x="240" y="-1"/>
                      <a:pt x="244" y="1"/>
                    </a:cubicBezTo>
                    <a:cubicBezTo>
                      <a:pt x="247" y="2"/>
                      <a:pt x="249" y="7"/>
                      <a:pt x="247" y="11"/>
                    </a:cubicBezTo>
                    <a:lnTo>
                      <a:pt x="80" y="332"/>
                    </a:lnTo>
                    <a:lnTo>
                      <a:pt x="288" y="738"/>
                    </a:lnTo>
                    <a:cubicBezTo>
                      <a:pt x="289" y="740"/>
                      <a:pt x="289" y="743"/>
                      <a:pt x="288" y="745"/>
                    </a:cubicBezTo>
                    <a:lnTo>
                      <a:pt x="17" y="1234"/>
                    </a:lnTo>
                    <a:lnTo>
                      <a:pt x="415" y="1797"/>
                    </a:lnTo>
                    <a:cubicBezTo>
                      <a:pt x="418" y="1800"/>
                      <a:pt x="416" y="1805"/>
                      <a:pt x="413" y="1808"/>
                    </a:cubicBezTo>
                    <a:cubicBezTo>
                      <a:pt x="410" y="1809"/>
                      <a:pt x="409" y="1809"/>
                      <a:pt x="408" y="18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5" name="Google Shape;565;p37"/>
              <p:cNvSpPr/>
              <p:nvPr/>
            </p:nvSpPr>
            <p:spPr>
              <a:xfrm flipH="1">
                <a:off x="521734" y="2833386"/>
                <a:ext cx="316951" cy="1389789"/>
              </a:xfrm>
              <a:custGeom>
                <a:avLst/>
                <a:gdLst/>
                <a:ahLst/>
                <a:cxnLst/>
                <a:rect l="l" t="t" r="r" b="b"/>
                <a:pathLst>
                  <a:path w="413" h="1811" extrusionOk="0">
                    <a:moveTo>
                      <a:pt x="8" y="1811"/>
                    </a:moveTo>
                    <a:cubicBezTo>
                      <a:pt x="6" y="1811"/>
                      <a:pt x="5" y="1811"/>
                      <a:pt x="3" y="1810"/>
                    </a:cubicBezTo>
                    <a:cubicBezTo>
                      <a:pt x="0" y="1807"/>
                      <a:pt x="-1" y="1802"/>
                      <a:pt x="2" y="1799"/>
                    </a:cubicBezTo>
                    <a:lnTo>
                      <a:pt x="395" y="1230"/>
                    </a:lnTo>
                    <a:lnTo>
                      <a:pt x="121" y="731"/>
                    </a:lnTo>
                    <a:cubicBezTo>
                      <a:pt x="120" y="730"/>
                      <a:pt x="120" y="727"/>
                      <a:pt x="121" y="724"/>
                    </a:cubicBezTo>
                    <a:lnTo>
                      <a:pt x="324" y="323"/>
                    </a:lnTo>
                    <a:lnTo>
                      <a:pt x="153" y="12"/>
                    </a:lnTo>
                    <a:cubicBezTo>
                      <a:pt x="152" y="9"/>
                      <a:pt x="153" y="4"/>
                      <a:pt x="156" y="1"/>
                    </a:cubicBezTo>
                    <a:cubicBezTo>
                      <a:pt x="159" y="0"/>
                      <a:pt x="163" y="1"/>
                      <a:pt x="166" y="4"/>
                    </a:cubicBezTo>
                    <a:lnTo>
                      <a:pt x="340" y="319"/>
                    </a:lnTo>
                    <a:cubicBezTo>
                      <a:pt x="341" y="321"/>
                      <a:pt x="341" y="323"/>
                      <a:pt x="340" y="326"/>
                    </a:cubicBezTo>
                    <a:lnTo>
                      <a:pt x="136" y="729"/>
                    </a:lnTo>
                    <a:lnTo>
                      <a:pt x="411" y="1227"/>
                    </a:lnTo>
                    <a:cubicBezTo>
                      <a:pt x="413" y="1230"/>
                      <a:pt x="413" y="1233"/>
                      <a:pt x="411" y="1234"/>
                    </a:cubicBezTo>
                    <a:lnTo>
                      <a:pt x="15" y="1808"/>
                    </a:lnTo>
                    <a:cubicBezTo>
                      <a:pt x="12" y="1810"/>
                      <a:pt x="9" y="1811"/>
                      <a:pt x="8" y="181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6" name="Google Shape;566;p37"/>
              <p:cNvSpPr/>
              <p:nvPr/>
            </p:nvSpPr>
            <p:spPr>
              <a:xfrm flipH="1">
                <a:off x="590036" y="2791178"/>
                <a:ext cx="131231" cy="49115"/>
              </a:xfrm>
              <a:custGeom>
                <a:avLst/>
                <a:gdLst/>
                <a:ahLst/>
                <a:cxnLst/>
                <a:rect l="l" t="t" r="r" b="b"/>
                <a:pathLst>
                  <a:path w="171" h="64" extrusionOk="0">
                    <a:moveTo>
                      <a:pt x="0" y="0"/>
                    </a:moveTo>
                    <a:lnTo>
                      <a:pt x="171" y="0"/>
                    </a:lnTo>
                    <a:lnTo>
                      <a:pt x="171" y="64"/>
                    </a:lnTo>
                    <a:lnTo>
                      <a:pt x="0" y="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67" name="Google Shape;567;p37"/>
            <p:cNvGrpSpPr/>
            <p:nvPr/>
          </p:nvGrpSpPr>
          <p:grpSpPr>
            <a:xfrm>
              <a:off x="193143" y="2000598"/>
              <a:ext cx="812778" cy="2603408"/>
              <a:chOff x="370549" y="2791178"/>
              <a:chExt cx="570972" cy="1828750"/>
            </a:xfrm>
          </p:grpSpPr>
          <p:sp>
            <p:nvSpPr>
              <p:cNvPr id="568" name="Google Shape;568;p37"/>
              <p:cNvSpPr/>
              <p:nvPr/>
            </p:nvSpPr>
            <p:spPr>
              <a:xfrm flipH="1">
                <a:off x="370549" y="2835688"/>
                <a:ext cx="570972" cy="1784240"/>
              </a:xfrm>
              <a:custGeom>
                <a:avLst/>
                <a:gdLst/>
                <a:ahLst/>
                <a:cxnLst/>
                <a:rect l="l" t="t" r="r" b="b"/>
                <a:pathLst>
                  <a:path w="744" h="2325" extrusionOk="0">
                    <a:moveTo>
                      <a:pt x="8" y="2325"/>
                    </a:moveTo>
                    <a:cubicBezTo>
                      <a:pt x="6" y="2325"/>
                      <a:pt x="6" y="2325"/>
                      <a:pt x="5" y="2325"/>
                    </a:cubicBezTo>
                    <a:cubicBezTo>
                      <a:pt x="0" y="2324"/>
                      <a:pt x="-1" y="2320"/>
                      <a:pt x="0" y="2317"/>
                    </a:cubicBezTo>
                    <a:cubicBezTo>
                      <a:pt x="258" y="1660"/>
                      <a:pt x="284" y="23"/>
                      <a:pt x="284" y="7"/>
                    </a:cubicBezTo>
                    <a:cubicBezTo>
                      <a:pt x="284" y="3"/>
                      <a:pt x="287" y="0"/>
                      <a:pt x="292" y="0"/>
                    </a:cubicBezTo>
                    <a:lnTo>
                      <a:pt x="452" y="0"/>
                    </a:lnTo>
                    <a:cubicBezTo>
                      <a:pt x="456" y="0"/>
                      <a:pt x="459" y="3"/>
                      <a:pt x="459" y="7"/>
                    </a:cubicBezTo>
                    <a:cubicBezTo>
                      <a:pt x="459" y="22"/>
                      <a:pt x="497" y="1490"/>
                      <a:pt x="743" y="2317"/>
                    </a:cubicBezTo>
                    <a:cubicBezTo>
                      <a:pt x="745" y="2321"/>
                      <a:pt x="742" y="2324"/>
                      <a:pt x="739" y="2325"/>
                    </a:cubicBezTo>
                    <a:cubicBezTo>
                      <a:pt x="735" y="2327"/>
                      <a:pt x="732" y="2324"/>
                      <a:pt x="730" y="2321"/>
                    </a:cubicBezTo>
                    <a:cubicBezTo>
                      <a:pt x="491" y="1523"/>
                      <a:pt x="448" y="127"/>
                      <a:pt x="445" y="14"/>
                    </a:cubicBezTo>
                    <a:lnTo>
                      <a:pt x="299" y="14"/>
                    </a:lnTo>
                    <a:cubicBezTo>
                      <a:pt x="297" y="134"/>
                      <a:pt x="264" y="1684"/>
                      <a:pt x="13" y="2322"/>
                    </a:cubicBezTo>
                    <a:cubicBezTo>
                      <a:pt x="13" y="2324"/>
                      <a:pt x="10" y="2325"/>
                      <a:pt x="8" y="232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9" name="Google Shape;569;p37"/>
              <p:cNvSpPr/>
              <p:nvPr/>
            </p:nvSpPr>
            <p:spPr>
              <a:xfrm flipH="1">
                <a:off x="458804" y="2834921"/>
                <a:ext cx="320020" cy="1388254"/>
              </a:xfrm>
              <a:custGeom>
                <a:avLst/>
                <a:gdLst/>
                <a:ahLst/>
                <a:cxnLst/>
                <a:rect l="l" t="t" r="r" b="b"/>
                <a:pathLst>
                  <a:path w="417" h="1809" extrusionOk="0">
                    <a:moveTo>
                      <a:pt x="408" y="1809"/>
                    </a:moveTo>
                    <a:cubicBezTo>
                      <a:pt x="405" y="1809"/>
                      <a:pt x="403" y="1808"/>
                      <a:pt x="402" y="1806"/>
                    </a:cubicBezTo>
                    <a:lnTo>
                      <a:pt x="1" y="1238"/>
                    </a:lnTo>
                    <a:cubicBezTo>
                      <a:pt x="0" y="1235"/>
                      <a:pt x="0" y="1232"/>
                      <a:pt x="1" y="1231"/>
                    </a:cubicBezTo>
                    <a:lnTo>
                      <a:pt x="272" y="741"/>
                    </a:lnTo>
                    <a:lnTo>
                      <a:pt x="64" y="335"/>
                    </a:lnTo>
                    <a:cubicBezTo>
                      <a:pt x="62" y="333"/>
                      <a:pt x="62" y="330"/>
                      <a:pt x="64" y="327"/>
                    </a:cubicBezTo>
                    <a:lnTo>
                      <a:pt x="234" y="4"/>
                    </a:lnTo>
                    <a:cubicBezTo>
                      <a:pt x="236" y="1"/>
                      <a:pt x="240" y="-1"/>
                      <a:pt x="244" y="1"/>
                    </a:cubicBezTo>
                    <a:cubicBezTo>
                      <a:pt x="247" y="2"/>
                      <a:pt x="249" y="7"/>
                      <a:pt x="247" y="11"/>
                    </a:cubicBezTo>
                    <a:lnTo>
                      <a:pt x="80" y="332"/>
                    </a:lnTo>
                    <a:lnTo>
                      <a:pt x="288" y="738"/>
                    </a:lnTo>
                    <a:cubicBezTo>
                      <a:pt x="289" y="740"/>
                      <a:pt x="289" y="743"/>
                      <a:pt x="288" y="745"/>
                    </a:cubicBezTo>
                    <a:lnTo>
                      <a:pt x="17" y="1234"/>
                    </a:lnTo>
                    <a:lnTo>
                      <a:pt x="415" y="1797"/>
                    </a:lnTo>
                    <a:cubicBezTo>
                      <a:pt x="418" y="1800"/>
                      <a:pt x="416" y="1805"/>
                      <a:pt x="413" y="1808"/>
                    </a:cubicBezTo>
                    <a:cubicBezTo>
                      <a:pt x="410" y="1809"/>
                      <a:pt x="409" y="1809"/>
                      <a:pt x="408" y="18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0" name="Google Shape;570;p37"/>
              <p:cNvSpPr/>
              <p:nvPr/>
            </p:nvSpPr>
            <p:spPr>
              <a:xfrm flipH="1">
                <a:off x="521734" y="2833386"/>
                <a:ext cx="316951" cy="1389789"/>
              </a:xfrm>
              <a:custGeom>
                <a:avLst/>
                <a:gdLst/>
                <a:ahLst/>
                <a:cxnLst/>
                <a:rect l="l" t="t" r="r" b="b"/>
                <a:pathLst>
                  <a:path w="413" h="1811" extrusionOk="0">
                    <a:moveTo>
                      <a:pt x="8" y="1811"/>
                    </a:moveTo>
                    <a:cubicBezTo>
                      <a:pt x="6" y="1811"/>
                      <a:pt x="5" y="1811"/>
                      <a:pt x="3" y="1810"/>
                    </a:cubicBezTo>
                    <a:cubicBezTo>
                      <a:pt x="0" y="1807"/>
                      <a:pt x="-1" y="1802"/>
                      <a:pt x="2" y="1799"/>
                    </a:cubicBezTo>
                    <a:lnTo>
                      <a:pt x="395" y="1230"/>
                    </a:lnTo>
                    <a:lnTo>
                      <a:pt x="121" y="731"/>
                    </a:lnTo>
                    <a:cubicBezTo>
                      <a:pt x="120" y="730"/>
                      <a:pt x="120" y="727"/>
                      <a:pt x="121" y="724"/>
                    </a:cubicBezTo>
                    <a:lnTo>
                      <a:pt x="324" y="323"/>
                    </a:lnTo>
                    <a:lnTo>
                      <a:pt x="153" y="12"/>
                    </a:lnTo>
                    <a:cubicBezTo>
                      <a:pt x="152" y="9"/>
                      <a:pt x="153" y="4"/>
                      <a:pt x="156" y="1"/>
                    </a:cubicBezTo>
                    <a:cubicBezTo>
                      <a:pt x="159" y="0"/>
                      <a:pt x="163" y="1"/>
                      <a:pt x="166" y="4"/>
                    </a:cubicBezTo>
                    <a:lnTo>
                      <a:pt x="340" y="319"/>
                    </a:lnTo>
                    <a:cubicBezTo>
                      <a:pt x="341" y="321"/>
                      <a:pt x="341" y="323"/>
                      <a:pt x="340" y="326"/>
                    </a:cubicBezTo>
                    <a:lnTo>
                      <a:pt x="136" y="729"/>
                    </a:lnTo>
                    <a:lnTo>
                      <a:pt x="411" y="1227"/>
                    </a:lnTo>
                    <a:cubicBezTo>
                      <a:pt x="413" y="1230"/>
                      <a:pt x="413" y="1233"/>
                      <a:pt x="411" y="1234"/>
                    </a:cubicBezTo>
                    <a:lnTo>
                      <a:pt x="15" y="1808"/>
                    </a:lnTo>
                    <a:cubicBezTo>
                      <a:pt x="12" y="1810"/>
                      <a:pt x="9" y="1811"/>
                      <a:pt x="8" y="181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1" name="Google Shape;571;p37"/>
              <p:cNvSpPr/>
              <p:nvPr/>
            </p:nvSpPr>
            <p:spPr>
              <a:xfrm flipH="1">
                <a:off x="590036" y="2791178"/>
                <a:ext cx="131231" cy="49115"/>
              </a:xfrm>
              <a:custGeom>
                <a:avLst/>
                <a:gdLst/>
                <a:ahLst/>
                <a:cxnLst/>
                <a:rect l="l" t="t" r="r" b="b"/>
                <a:pathLst>
                  <a:path w="171" h="64" extrusionOk="0">
                    <a:moveTo>
                      <a:pt x="0" y="0"/>
                    </a:moveTo>
                    <a:lnTo>
                      <a:pt x="171" y="0"/>
                    </a:lnTo>
                    <a:lnTo>
                      <a:pt x="171" y="64"/>
                    </a:lnTo>
                    <a:lnTo>
                      <a:pt x="0" y="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72" name="Google Shape;572;p37"/>
            <p:cNvSpPr/>
            <p:nvPr/>
          </p:nvSpPr>
          <p:spPr>
            <a:xfrm flipH="1">
              <a:off x="682827" y="2156780"/>
              <a:ext cx="2189390" cy="161687"/>
            </a:xfrm>
            <a:custGeom>
              <a:avLst/>
              <a:gdLst/>
              <a:ahLst/>
              <a:cxnLst/>
              <a:rect l="l" t="t" r="r" b="b"/>
              <a:pathLst>
                <a:path w="2004" h="148" extrusionOk="0">
                  <a:moveTo>
                    <a:pt x="974" y="148"/>
                  </a:moveTo>
                  <a:cubicBezTo>
                    <a:pt x="642" y="148"/>
                    <a:pt x="312" y="106"/>
                    <a:pt x="5" y="21"/>
                  </a:cubicBezTo>
                  <a:cubicBezTo>
                    <a:pt x="0" y="20"/>
                    <a:pt x="-1" y="17"/>
                    <a:pt x="0" y="13"/>
                  </a:cubicBezTo>
                  <a:cubicBezTo>
                    <a:pt x="2" y="8"/>
                    <a:pt x="5" y="7"/>
                    <a:pt x="9" y="8"/>
                  </a:cubicBezTo>
                  <a:cubicBezTo>
                    <a:pt x="633" y="180"/>
                    <a:pt x="1338" y="177"/>
                    <a:pt x="1995" y="1"/>
                  </a:cubicBezTo>
                  <a:cubicBezTo>
                    <a:pt x="2000" y="-1"/>
                    <a:pt x="2003" y="2"/>
                    <a:pt x="2004" y="7"/>
                  </a:cubicBezTo>
                  <a:cubicBezTo>
                    <a:pt x="2005" y="11"/>
                    <a:pt x="2003" y="14"/>
                    <a:pt x="1998" y="15"/>
                  </a:cubicBezTo>
                  <a:cubicBezTo>
                    <a:pt x="1663" y="104"/>
                    <a:pt x="1316" y="148"/>
                    <a:pt x="974" y="1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8275" rIns="90000" bIns="82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573;p37"/>
            <p:cNvSpPr/>
            <p:nvPr/>
          </p:nvSpPr>
          <p:spPr>
            <a:xfrm flipH="1">
              <a:off x="682827" y="2257288"/>
              <a:ext cx="2200315" cy="158410"/>
            </a:xfrm>
            <a:custGeom>
              <a:avLst/>
              <a:gdLst/>
              <a:ahLst/>
              <a:cxnLst/>
              <a:rect l="l" t="t" r="r" b="b"/>
              <a:pathLst>
                <a:path w="2014" h="145" extrusionOk="0">
                  <a:moveTo>
                    <a:pt x="1001" y="145"/>
                  </a:moveTo>
                  <a:cubicBezTo>
                    <a:pt x="662" y="145"/>
                    <a:pt x="325" y="101"/>
                    <a:pt x="5" y="14"/>
                  </a:cubicBezTo>
                  <a:cubicBezTo>
                    <a:pt x="0" y="12"/>
                    <a:pt x="-1" y="9"/>
                    <a:pt x="0" y="5"/>
                  </a:cubicBezTo>
                  <a:cubicBezTo>
                    <a:pt x="2" y="1"/>
                    <a:pt x="5" y="-1"/>
                    <a:pt x="9" y="1"/>
                  </a:cubicBezTo>
                  <a:cubicBezTo>
                    <a:pt x="644" y="176"/>
                    <a:pt x="1354" y="176"/>
                    <a:pt x="2004" y="1"/>
                  </a:cubicBezTo>
                  <a:cubicBezTo>
                    <a:pt x="2008" y="-1"/>
                    <a:pt x="2012" y="1"/>
                    <a:pt x="2013" y="6"/>
                  </a:cubicBezTo>
                  <a:cubicBezTo>
                    <a:pt x="2015" y="10"/>
                    <a:pt x="2011" y="14"/>
                    <a:pt x="2007" y="15"/>
                  </a:cubicBezTo>
                  <a:cubicBezTo>
                    <a:pt x="1682" y="101"/>
                    <a:pt x="1341" y="145"/>
                    <a:pt x="1001" y="14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7200" rIns="90000" bIns="72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37"/>
            <p:cNvSpPr/>
            <p:nvPr/>
          </p:nvSpPr>
          <p:spPr>
            <a:xfrm>
              <a:off x="3386529" y="2299277"/>
              <a:ext cx="263574" cy="2287973"/>
            </a:xfrm>
            <a:custGeom>
              <a:avLst/>
              <a:gdLst/>
              <a:ahLst/>
              <a:cxnLst/>
              <a:rect l="l" t="t" r="r" b="b"/>
              <a:pathLst>
                <a:path w="408" h="3534" extrusionOk="0">
                  <a:moveTo>
                    <a:pt x="408" y="3534"/>
                  </a:moveTo>
                  <a:lnTo>
                    <a:pt x="0" y="3534"/>
                  </a:lnTo>
                  <a:lnTo>
                    <a:pt x="16" y="3040"/>
                  </a:lnTo>
                  <a:lnTo>
                    <a:pt x="16" y="3011"/>
                  </a:lnTo>
                  <a:lnTo>
                    <a:pt x="19" y="2981"/>
                  </a:lnTo>
                  <a:lnTo>
                    <a:pt x="21" y="2876"/>
                  </a:lnTo>
                  <a:lnTo>
                    <a:pt x="35" y="2410"/>
                  </a:lnTo>
                  <a:lnTo>
                    <a:pt x="37" y="2381"/>
                  </a:lnTo>
                  <a:lnTo>
                    <a:pt x="37" y="2349"/>
                  </a:lnTo>
                  <a:lnTo>
                    <a:pt x="40" y="2246"/>
                  </a:lnTo>
                  <a:lnTo>
                    <a:pt x="56" y="1778"/>
                  </a:lnTo>
                  <a:lnTo>
                    <a:pt x="56" y="1751"/>
                  </a:lnTo>
                  <a:lnTo>
                    <a:pt x="58" y="1719"/>
                  </a:lnTo>
                  <a:lnTo>
                    <a:pt x="61" y="1616"/>
                  </a:lnTo>
                  <a:lnTo>
                    <a:pt x="74" y="1148"/>
                  </a:lnTo>
                  <a:lnTo>
                    <a:pt x="77" y="1122"/>
                  </a:lnTo>
                  <a:lnTo>
                    <a:pt x="77" y="1090"/>
                  </a:lnTo>
                  <a:lnTo>
                    <a:pt x="80" y="984"/>
                  </a:lnTo>
                  <a:lnTo>
                    <a:pt x="95" y="518"/>
                  </a:lnTo>
                  <a:lnTo>
                    <a:pt x="95" y="492"/>
                  </a:lnTo>
                  <a:lnTo>
                    <a:pt x="95" y="460"/>
                  </a:lnTo>
                  <a:lnTo>
                    <a:pt x="98" y="354"/>
                  </a:lnTo>
                  <a:lnTo>
                    <a:pt x="111" y="0"/>
                  </a:lnTo>
                  <a:lnTo>
                    <a:pt x="297" y="0"/>
                  </a:lnTo>
                  <a:lnTo>
                    <a:pt x="307" y="354"/>
                  </a:lnTo>
                  <a:lnTo>
                    <a:pt x="312" y="460"/>
                  </a:lnTo>
                  <a:lnTo>
                    <a:pt x="312" y="492"/>
                  </a:lnTo>
                  <a:lnTo>
                    <a:pt x="312" y="518"/>
                  </a:lnTo>
                  <a:lnTo>
                    <a:pt x="328" y="984"/>
                  </a:lnTo>
                  <a:lnTo>
                    <a:pt x="331" y="1090"/>
                  </a:lnTo>
                  <a:lnTo>
                    <a:pt x="331" y="1122"/>
                  </a:lnTo>
                  <a:lnTo>
                    <a:pt x="334" y="1148"/>
                  </a:lnTo>
                  <a:lnTo>
                    <a:pt x="347" y="1616"/>
                  </a:lnTo>
                  <a:lnTo>
                    <a:pt x="349" y="1719"/>
                  </a:lnTo>
                  <a:lnTo>
                    <a:pt x="352" y="1751"/>
                  </a:lnTo>
                  <a:lnTo>
                    <a:pt x="352" y="1778"/>
                  </a:lnTo>
                  <a:lnTo>
                    <a:pt x="365" y="2246"/>
                  </a:lnTo>
                  <a:lnTo>
                    <a:pt x="371" y="2349"/>
                  </a:lnTo>
                  <a:lnTo>
                    <a:pt x="371" y="2381"/>
                  </a:lnTo>
                  <a:lnTo>
                    <a:pt x="371" y="2410"/>
                  </a:lnTo>
                  <a:lnTo>
                    <a:pt x="387" y="2876"/>
                  </a:lnTo>
                  <a:lnTo>
                    <a:pt x="389" y="2981"/>
                  </a:lnTo>
                  <a:lnTo>
                    <a:pt x="389" y="3011"/>
                  </a:lnTo>
                  <a:lnTo>
                    <a:pt x="392" y="3040"/>
                  </a:lnTo>
                  <a:lnTo>
                    <a:pt x="408" y="353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575;p37"/>
            <p:cNvSpPr/>
            <p:nvPr/>
          </p:nvSpPr>
          <p:spPr>
            <a:xfrm>
              <a:off x="3433156" y="2251355"/>
              <a:ext cx="170320" cy="64113"/>
            </a:xfrm>
            <a:custGeom>
              <a:avLst/>
              <a:gdLst/>
              <a:ahLst/>
              <a:cxnLst/>
              <a:rect l="l" t="t" r="r" b="b"/>
              <a:pathLst>
                <a:path w="264" h="100" extrusionOk="0">
                  <a:moveTo>
                    <a:pt x="214" y="100"/>
                  </a:moveTo>
                  <a:lnTo>
                    <a:pt x="50" y="100"/>
                  </a:lnTo>
                  <a:cubicBezTo>
                    <a:pt x="23" y="100"/>
                    <a:pt x="0" y="79"/>
                    <a:pt x="0" y="50"/>
                  </a:cubicBezTo>
                  <a:lnTo>
                    <a:pt x="0" y="50"/>
                  </a:lnTo>
                  <a:cubicBezTo>
                    <a:pt x="0" y="23"/>
                    <a:pt x="21" y="0"/>
                    <a:pt x="50" y="0"/>
                  </a:cubicBezTo>
                  <a:lnTo>
                    <a:pt x="214" y="0"/>
                  </a:lnTo>
                  <a:cubicBezTo>
                    <a:pt x="240" y="0"/>
                    <a:pt x="264" y="21"/>
                    <a:pt x="264" y="50"/>
                  </a:cubicBezTo>
                  <a:lnTo>
                    <a:pt x="264" y="50"/>
                  </a:lnTo>
                  <a:cubicBezTo>
                    <a:pt x="262" y="76"/>
                    <a:pt x="240" y="100"/>
                    <a:pt x="214" y="10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p37"/>
            <p:cNvSpPr/>
            <p:nvPr/>
          </p:nvSpPr>
          <p:spPr>
            <a:xfrm>
              <a:off x="3448051" y="2528529"/>
              <a:ext cx="139882" cy="67998"/>
            </a:xfrm>
            <a:custGeom>
              <a:avLst/>
              <a:gdLst/>
              <a:ahLst/>
              <a:cxnLst/>
              <a:rect l="l" t="t" r="r" b="b"/>
              <a:pathLst>
                <a:path w="217" h="106" extrusionOk="0">
                  <a:moveTo>
                    <a:pt x="217" y="106"/>
                  </a:moveTo>
                  <a:lnTo>
                    <a:pt x="0" y="106"/>
                  </a:lnTo>
                  <a:lnTo>
                    <a:pt x="3" y="0"/>
                  </a:lnTo>
                  <a:lnTo>
                    <a:pt x="212" y="0"/>
                  </a:lnTo>
                  <a:lnTo>
                    <a:pt x="217" y="10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37"/>
            <p:cNvSpPr/>
            <p:nvPr/>
          </p:nvSpPr>
          <p:spPr>
            <a:xfrm>
              <a:off x="3448051" y="2617899"/>
              <a:ext cx="139882" cy="16190"/>
            </a:xfrm>
            <a:custGeom>
              <a:avLst/>
              <a:gdLst/>
              <a:ahLst/>
              <a:cxnLst/>
              <a:rect l="l" t="t" r="r" b="b"/>
              <a:pathLst>
                <a:path w="217" h="26" extrusionOk="0">
                  <a:moveTo>
                    <a:pt x="217" y="26"/>
                  </a:moveTo>
                  <a:lnTo>
                    <a:pt x="0" y="26"/>
                  </a:lnTo>
                  <a:lnTo>
                    <a:pt x="0" y="0"/>
                  </a:lnTo>
                  <a:lnTo>
                    <a:pt x="217" y="0"/>
                  </a:lnTo>
                  <a:lnTo>
                    <a:pt x="217" y="2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37"/>
            <p:cNvSpPr/>
            <p:nvPr/>
          </p:nvSpPr>
          <p:spPr>
            <a:xfrm>
              <a:off x="3436394" y="2936520"/>
              <a:ext cx="163843" cy="67998"/>
            </a:xfrm>
            <a:custGeom>
              <a:avLst/>
              <a:gdLst/>
              <a:ahLst/>
              <a:cxnLst/>
              <a:rect l="l" t="t" r="r" b="b"/>
              <a:pathLst>
                <a:path w="254" h="106" extrusionOk="0">
                  <a:moveTo>
                    <a:pt x="254" y="106"/>
                  </a:moveTo>
                  <a:lnTo>
                    <a:pt x="0" y="106"/>
                  </a:lnTo>
                  <a:lnTo>
                    <a:pt x="3" y="0"/>
                  </a:lnTo>
                  <a:lnTo>
                    <a:pt x="251" y="0"/>
                  </a:lnTo>
                  <a:lnTo>
                    <a:pt x="254" y="10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37"/>
            <p:cNvSpPr/>
            <p:nvPr/>
          </p:nvSpPr>
          <p:spPr>
            <a:xfrm>
              <a:off x="3434452" y="3025889"/>
              <a:ext cx="167729" cy="16190"/>
            </a:xfrm>
            <a:custGeom>
              <a:avLst/>
              <a:gdLst/>
              <a:ahLst/>
              <a:cxnLst/>
              <a:rect l="l" t="t" r="r" b="b"/>
              <a:pathLst>
                <a:path w="260" h="26" extrusionOk="0">
                  <a:moveTo>
                    <a:pt x="260" y="26"/>
                  </a:moveTo>
                  <a:lnTo>
                    <a:pt x="0" y="26"/>
                  </a:lnTo>
                  <a:lnTo>
                    <a:pt x="3" y="0"/>
                  </a:lnTo>
                  <a:lnTo>
                    <a:pt x="257" y="0"/>
                  </a:lnTo>
                  <a:lnTo>
                    <a:pt x="260" y="2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37"/>
            <p:cNvSpPr/>
            <p:nvPr/>
          </p:nvSpPr>
          <p:spPr>
            <a:xfrm>
              <a:off x="3424090" y="3345805"/>
              <a:ext cx="187804" cy="66056"/>
            </a:xfrm>
            <a:custGeom>
              <a:avLst/>
              <a:gdLst/>
              <a:ahLst/>
              <a:cxnLst/>
              <a:rect l="l" t="t" r="r" b="b"/>
              <a:pathLst>
                <a:path w="291" h="103" extrusionOk="0">
                  <a:moveTo>
                    <a:pt x="291" y="103"/>
                  </a:moveTo>
                  <a:lnTo>
                    <a:pt x="0" y="103"/>
                  </a:lnTo>
                  <a:lnTo>
                    <a:pt x="3" y="0"/>
                  </a:lnTo>
                  <a:lnTo>
                    <a:pt x="289" y="0"/>
                  </a:lnTo>
                  <a:lnTo>
                    <a:pt x="291" y="10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37"/>
            <p:cNvSpPr/>
            <p:nvPr/>
          </p:nvSpPr>
          <p:spPr>
            <a:xfrm>
              <a:off x="3422795" y="3433232"/>
              <a:ext cx="191044" cy="16838"/>
            </a:xfrm>
            <a:custGeom>
              <a:avLst/>
              <a:gdLst/>
              <a:ahLst/>
              <a:cxnLst/>
              <a:rect l="l" t="t" r="r" b="b"/>
              <a:pathLst>
                <a:path w="296" h="27" extrusionOk="0">
                  <a:moveTo>
                    <a:pt x="296" y="27"/>
                  </a:moveTo>
                  <a:lnTo>
                    <a:pt x="0" y="27"/>
                  </a:lnTo>
                  <a:lnTo>
                    <a:pt x="0" y="0"/>
                  </a:lnTo>
                  <a:lnTo>
                    <a:pt x="296" y="0"/>
                  </a:lnTo>
                  <a:lnTo>
                    <a:pt x="296" y="2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37"/>
            <p:cNvSpPr/>
            <p:nvPr/>
          </p:nvSpPr>
          <p:spPr>
            <a:xfrm>
              <a:off x="3410490" y="3753796"/>
              <a:ext cx="215652" cy="66056"/>
            </a:xfrm>
            <a:custGeom>
              <a:avLst/>
              <a:gdLst/>
              <a:ahLst/>
              <a:cxnLst/>
              <a:rect l="l" t="t" r="r" b="b"/>
              <a:pathLst>
                <a:path w="334" h="103" extrusionOk="0">
                  <a:moveTo>
                    <a:pt x="334" y="103"/>
                  </a:moveTo>
                  <a:lnTo>
                    <a:pt x="0" y="103"/>
                  </a:lnTo>
                  <a:lnTo>
                    <a:pt x="3" y="0"/>
                  </a:lnTo>
                  <a:lnTo>
                    <a:pt x="328" y="0"/>
                  </a:lnTo>
                  <a:lnTo>
                    <a:pt x="334" y="103"/>
                  </a:lnTo>
                  <a:close/>
                </a:path>
              </a:pathLst>
            </a:custGeom>
            <a:solidFill>
              <a:srgbClr val="EA5C4C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37"/>
            <p:cNvSpPr/>
            <p:nvPr/>
          </p:nvSpPr>
          <p:spPr>
            <a:xfrm>
              <a:off x="3409195" y="3841222"/>
              <a:ext cx="216947" cy="18133"/>
            </a:xfrm>
            <a:custGeom>
              <a:avLst/>
              <a:gdLst/>
              <a:ahLst/>
              <a:cxnLst/>
              <a:rect l="l" t="t" r="r" b="b"/>
              <a:pathLst>
                <a:path w="336" h="29" extrusionOk="0">
                  <a:moveTo>
                    <a:pt x="336" y="29"/>
                  </a:moveTo>
                  <a:lnTo>
                    <a:pt x="0" y="29"/>
                  </a:lnTo>
                  <a:lnTo>
                    <a:pt x="2" y="0"/>
                  </a:lnTo>
                  <a:lnTo>
                    <a:pt x="336" y="0"/>
                  </a:lnTo>
                  <a:lnTo>
                    <a:pt x="336" y="29"/>
                  </a:lnTo>
                  <a:close/>
                </a:path>
              </a:pathLst>
            </a:custGeom>
            <a:solidFill>
              <a:srgbClr val="EA5C4C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37"/>
            <p:cNvSpPr/>
            <p:nvPr/>
          </p:nvSpPr>
          <p:spPr>
            <a:xfrm>
              <a:off x="3398833" y="4161786"/>
              <a:ext cx="238965" cy="67351"/>
            </a:xfrm>
            <a:custGeom>
              <a:avLst/>
              <a:gdLst/>
              <a:ahLst/>
              <a:cxnLst/>
              <a:rect l="l" t="t" r="r" b="b"/>
              <a:pathLst>
                <a:path w="370" h="105" extrusionOk="0">
                  <a:moveTo>
                    <a:pt x="370" y="105"/>
                  </a:moveTo>
                  <a:lnTo>
                    <a:pt x="0" y="105"/>
                  </a:lnTo>
                  <a:lnTo>
                    <a:pt x="2" y="0"/>
                  </a:lnTo>
                  <a:lnTo>
                    <a:pt x="368" y="0"/>
                  </a:lnTo>
                  <a:lnTo>
                    <a:pt x="370" y="105"/>
                  </a:lnTo>
                  <a:close/>
                </a:path>
              </a:pathLst>
            </a:custGeom>
            <a:solidFill>
              <a:srgbClr val="EA5C4C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37"/>
            <p:cNvSpPr/>
            <p:nvPr/>
          </p:nvSpPr>
          <p:spPr>
            <a:xfrm>
              <a:off x="3396891" y="4249213"/>
              <a:ext cx="242851" cy="18133"/>
            </a:xfrm>
            <a:custGeom>
              <a:avLst/>
              <a:gdLst/>
              <a:ahLst/>
              <a:cxnLst/>
              <a:rect l="l" t="t" r="r" b="b"/>
              <a:pathLst>
                <a:path w="376" h="29" extrusionOk="0">
                  <a:moveTo>
                    <a:pt x="376" y="29"/>
                  </a:moveTo>
                  <a:lnTo>
                    <a:pt x="0" y="29"/>
                  </a:lnTo>
                  <a:lnTo>
                    <a:pt x="0" y="0"/>
                  </a:lnTo>
                  <a:lnTo>
                    <a:pt x="373" y="0"/>
                  </a:lnTo>
                  <a:lnTo>
                    <a:pt x="376" y="29"/>
                  </a:lnTo>
                  <a:close/>
                </a:path>
              </a:pathLst>
            </a:custGeom>
            <a:solidFill>
              <a:srgbClr val="EA5C4C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p37"/>
            <p:cNvSpPr/>
            <p:nvPr/>
          </p:nvSpPr>
          <p:spPr>
            <a:xfrm>
              <a:off x="1183382" y="1987780"/>
              <a:ext cx="2416856" cy="2603366"/>
            </a:xfrm>
            <a:custGeom>
              <a:avLst/>
              <a:gdLst/>
              <a:ahLst/>
              <a:cxnLst/>
              <a:rect l="l" t="t" r="r" b="b"/>
              <a:pathLst>
                <a:path w="3733" h="4021" extrusionOk="0">
                  <a:moveTo>
                    <a:pt x="3733" y="4021"/>
                  </a:moveTo>
                  <a:lnTo>
                    <a:pt x="0" y="4021"/>
                  </a:lnTo>
                  <a:cubicBezTo>
                    <a:pt x="0" y="4021"/>
                    <a:pt x="862" y="2917"/>
                    <a:pt x="1111" y="1034"/>
                  </a:cubicBezTo>
                  <a:cubicBezTo>
                    <a:pt x="1116" y="989"/>
                    <a:pt x="1122" y="941"/>
                    <a:pt x="1127" y="893"/>
                  </a:cubicBezTo>
                  <a:cubicBezTo>
                    <a:pt x="1132" y="854"/>
                    <a:pt x="1135" y="814"/>
                    <a:pt x="1140" y="774"/>
                  </a:cubicBezTo>
                  <a:cubicBezTo>
                    <a:pt x="1151" y="671"/>
                    <a:pt x="1159" y="563"/>
                    <a:pt x="1164" y="454"/>
                  </a:cubicBezTo>
                  <a:cubicBezTo>
                    <a:pt x="1169" y="359"/>
                    <a:pt x="1172" y="264"/>
                    <a:pt x="1175" y="166"/>
                  </a:cubicBezTo>
                  <a:cubicBezTo>
                    <a:pt x="1519" y="-46"/>
                    <a:pt x="2315" y="-64"/>
                    <a:pt x="2669" y="166"/>
                  </a:cubicBezTo>
                  <a:cubicBezTo>
                    <a:pt x="2669" y="166"/>
                    <a:pt x="2675" y="272"/>
                    <a:pt x="2688" y="449"/>
                  </a:cubicBezTo>
                  <a:cubicBezTo>
                    <a:pt x="2696" y="539"/>
                    <a:pt x="2704" y="647"/>
                    <a:pt x="2717" y="769"/>
                  </a:cubicBezTo>
                  <a:cubicBezTo>
                    <a:pt x="2722" y="811"/>
                    <a:pt x="2728" y="854"/>
                    <a:pt x="2733" y="901"/>
                  </a:cubicBezTo>
                  <a:cubicBezTo>
                    <a:pt x="2738" y="946"/>
                    <a:pt x="2743" y="994"/>
                    <a:pt x="2751" y="1042"/>
                  </a:cubicBezTo>
                  <a:cubicBezTo>
                    <a:pt x="2865" y="1920"/>
                    <a:pt x="3130" y="3256"/>
                    <a:pt x="3733" y="402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37"/>
            <p:cNvSpPr/>
            <p:nvPr/>
          </p:nvSpPr>
          <p:spPr>
            <a:xfrm>
              <a:off x="2014257" y="3238303"/>
              <a:ext cx="582197" cy="294013"/>
            </a:xfrm>
            <a:custGeom>
              <a:avLst/>
              <a:gdLst/>
              <a:ahLst/>
              <a:cxnLst/>
              <a:rect l="l" t="t" r="r" b="b"/>
              <a:pathLst>
                <a:path w="900" h="455" extrusionOk="0">
                  <a:moveTo>
                    <a:pt x="900" y="455"/>
                  </a:moveTo>
                  <a:lnTo>
                    <a:pt x="828" y="455"/>
                  </a:lnTo>
                  <a:lnTo>
                    <a:pt x="828" y="190"/>
                  </a:lnTo>
                  <a:cubicBezTo>
                    <a:pt x="828" y="124"/>
                    <a:pt x="775" y="71"/>
                    <a:pt x="709" y="71"/>
                  </a:cubicBezTo>
                  <a:lnTo>
                    <a:pt x="191" y="71"/>
                  </a:lnTo>
                  <a:cubicBezTo>
                    <a:pt x="124" y="71"/>
                    <a:pt x="71" y="124"/>
                    <a:pt x="71" y="190"/>
                  </a:cubicBezTo>
                  <a:lnTo>
                    <a:pt x="71" y="386"/>
                  </a:lnTo>
                  <a:lnTo>
                    <a:pt x="0" y="386"/>
                  </a:lnTo>
                  <a:lnTo>
                    <a:pt x="0" y="190"/>
                  </a:lnTo>
                  <a:cubicBezTo>
                    <a:pt x="0" y="84"/>
                    <a:pt x="85" y="0"/>
                    <a:pt x="191" y="0"/>
                  </a:cubicBezTo>
                  <a:lnTo>
                    <a:pt x="709" y="0"/>
                  </a:lnTo>
                  <a:cubicBezTo>
                    <a:pt x="815" y="0"/>
                    <a:pt x="900" y="84"/>
                    <a:pt x="900" y="190"/>
                  </a:cubicBezTo>
                  <a:lnTo>
                    <a:pt x="900" y="45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37"/>
            <p:cNvSpPr/>
            <p:nvPr/>
          </p:nvSpPr>
          <p:spPr>
            <a:xfrm>
              <a:off x="2014257" y="3238303"/>
              <a:ext cx="582197" cy="288830"/>
            </a:xfrm>
            <a:custGeom>
              <a:avLst/>
              <a:gdLst/>
              <a:ahLst/>
              <a:cxnLst/>
              <a:rect l="l" t="t" r="r" b="b"/>
              <a:pathLst>
                <a:path w="900" h="447" extrusionOk="0">
                  <a:moveTo>
                    <a:pt x="900" y="447"/>
                  </a:moveTo>
                  <a:lnTo>
                    <a:pt x="828" y="447"/>
                  </a:lnTo>
                  <a:lnTo>
                    <a:pt x="828" y="433"/>
                  </a:lnTo>
                  <a:lnTo>
                    <a:pt x="900" y="433"/>
                  </a:lnTo>
                  <a:lnTo>
                    <a:pt x="900" y="447"/>
                  </a:lnTo>
                  <a:moveTo>
                    <a:pt x="900" y="399"/>
                  </a:moveTo>
                  <a:lnTo>
                    <a:pt x="828" y="399"/>
                  </a:lnTo>
                  <a:lnTo>
                    <a:pt x="828" y="386"/>
                  </a:lnTo>
                  <a:lnTo>
                    <a:pt x="900" y="386"/>
                  </a:lnTo>
                  <a:lnTo>
                    <a:pt x="900" y="399"/>
                  </a:lnTo>
                  <a:moveTo>
                    <a:pt x="900" y="351"/>
                  </a:moveTo>
                  <a:lnTo>
                    <a:pt x="828" y="351"/>
                  </a:lnTo>
                  <a:lnTo>
                    <a:pt x="828" y="338"/>
                  </a:lnTo>
                  <a:lnTo>
                    <a:pt x="900" y="338"/>
                  </a:lnTo>
                  <a:lnTo>
                    <a:pt x="900" y="351"/>
                  </a:lnTo>
                  <a:moveTo>
                    <a:pt x="900" y="304"/>
                  </a:moveTo>
                  <a:lnTo>
                    <a:pt x="828" y="304"/>
                  </a:lnTo>
                  <a:lnTo>
                    <a:pt x="828" y="291"/>
                  </a:lnTo>
                  <a:lnTo>
                    <a:pt x="900" y="291"/>
                  </a:lnTo>
                  <a:lnTo>
                    <a:pt x="900" y="304"/>
                  </a:lnTo>
                  <a:moveTo>
                    <a:pt x="900" y="254"/>
                  </a:moveTo>
                  <a:lnTo>
                    <a:pt x="828" y="254"/>
                  </a:lnTo>
                  <a:lnTo>
                    <a:pt x="828" y="240"/>
                  </a:lnTo>
                  <a:lnTo>
                    <a:pt x="900" y="240"/>
                  </a:lnTo>
                  <a:lnTo>
                    <a:pt x="900" y="254"/>
                  </a:lnTo>
                  <a:moveTo>
                    <a:pt x="900" y="206"/>
                  </a:moveTo>
                  <a:lnTo>
                    <a:pt x="828" y="206"/>
                  </a:lnTo>
                  <a:lnTo>
                    <a:pt x="828" y="193"/>
                  </a:lnTo>
                  <a:lnTo>
                    <a:pt x="900" y="193"/>
                  </a:lnTo>
                  <a:lnTo>
                    <a:pt x="900" y="206"/>
                  </a:lnTo>
                  <a:moveTo>
                    <a:pt x="71" y="190"/>
                  </a:moveTo>
                  <a:lnTo>
                    <a:pt x="0" y="190"/>
                  </a:lnTo>
                  <a:cubicBezTo>
                    <a:pt x="0" y="185"/>
                    <a:pt x="0" y="180"/>
                    <a:pt x="0" y="174"/>
                  </a:cubicBezTo>
                  <a:lnTo>
                    <a:pt x="71" y="180"/>
                  </a:lnTo>
                  <a:cubicBezTo>
                    <a:pt x="71" y="182"/>
                    <a:pt x="71" y="187"/>
                    <a:pt x="71" y="190"/>
                  </a:cubicBezTo>
                  <a:moveTo>
                    <a:pt x="826" y="166"/>
                  </a:moveTo>
                  <a:cubicBezTo>
                    <a:pt x="826" y="164"/>
                    <a:pt x="826" y="161"/>
                    <a:pt x="823" y="158"/>
                  </a:cubicBezTo>
                  <a:lnTo>
                    <a:pt x="892" y="140"/>
                  </a:lnTo>
                  <a:cubicBezTo>
                    <a:pt x="894" y="145"/>
                    <a:pt x="894" y="150"/>
                    <a:pt x="894" y="153"/>
                  </a:cubicBezTo>
                  <a:lnTo>
                    <a:pt x="826" y="166"/>
                  </a:lnTo>
                  <a:moveTo>
                    <a:pt x="77" y="153"/>
                  </a:moveTo>
                  <a:lnTo>
                    <a:pt x="8" y="132"/>
                  </a:lnTo>
                  <a:cubicBezTo>
                    <a:pt x="11" y="127"/>
                    <a:pt x="11" y="121"/>
                    <a:pt x="13" y="119"/>
                  </a:cubicBezTo>
                  <a:lnTo>
                    <a:pt x="79" y="145"/>
                  </a:lnTo>
                  <a:cubicBezTo>
                    <a:pt x="79" y="148"/>
                    <a:pt x="77" y="150"/>
                    <a:pt x="77" y="153"/>
                  </a:cubicBezTo>
                  <a:moveTo>
                    <a:pt x="812" y="132"/>
                  </a:moveTo>
                  <a:cubicBezTo>
                    <a:pt x="810" y="129"/>
                    <a:pt x="810" y="127"/>
                    <a:pt x="807" y="124"/>
                  </a:cubicBezTo>
                  <a:lnTo>
                    <a:pt x="868" y="84"/>
                  </a:lnTo>
                  <a:cubicBezTo>
                    <a:pt x="870" y="90"/>
                    <a:pt x="873" y="92"/>
                    <a:pt x="876" y="97"/>
                  </a:cubicBezTo>
                  <a:lnTo>
                    <a:pt x="812" y="132"/>
                  </a:lnTo>
                  <a:moveTo>
                    <a:pt x="93" y="121"/>
                  </a:moveTo>
                  <a:lnTo>
                    <a:pt x="34" y="79"/>
                  </a:lnTo>
                  <a:cubicBezTo>
                    <a:pt x="37" y="74"/>
                    <a:pt x="40" y="71"/>
                    <a:pt x="42" y="68"/>
                  </a:cubicBezTo>
                  <a:lnTo>
                    <a:pt x="98" y="116"/>
                  </a:lnTo>
                  <a:cubicBezTo>
                    <a:pt x="98" y="116"/>
                    <a:pt x="95" y="119"/>
                    <a:pt x="93" y="121"/>
                  </a:cubicBezTo>
                  <a:moveTo>
                    <a:pt x="788" y="103"/>
                  </a:moveTo>
                  <a:cubicBezTo>
                    <a:pt x="786" y="100"/>
                    <a:pt x="783" y="97"/>
                    <a:pt x="781" y="97"/>
                  </a:cubicBezTo>
                  <a:lnTo>
                    <a:pt x="826" y="42"/>
                  </a:lnTo>
                  <a:cubicBezTo>
                    <a:pt x="828" y="45"/>
                    <a:pt x="833" y="47"/>
                    <a:pt x="836" y="53"/>
                  </a:cubicBezTo>
                  <a:lnTo>
                    <a:pt x="788" y="103"/>
                  </a:lnTo>
                  <a:moveTo>
                    <a:pt x="119" y="95"/>
                  </a:moveTo>
                  <a:lnTo>
                    <a:pt x="77" y="37"/>
                  </a:lnTo>
                  <a:cubicBezTo>
                    <a:pt x="79" y="34"/>
                    <a:pt x="85" y="31"/>
                    <a:pt x="90" y="29"/>
                  </a:cubicBezTo>
                  <a:lnTo>
                    <a:pt x="130" y="90"/>
                  </a:lnTo>
                  <a:cubicBezTo>
                    <a:pt x="124" y="90"/>
                    <a:pt x="122" y="92"/>
                    <a:pt x="119" y="95"/>
                  </a:cubicBezTo>
                  <a:moveTo>
                    <a:pt x="759" y="82"/>
                  </a:moveTo>
                  <a:cubicBezTo>
                    <a:pt x="757" y="82"/>
                    <a:pt x="754" y="79"/>
                    <a:pt x="751" y="79"/>
                  </a:cubicBezTo>
                  <a:lnTo>
                    <a:pt x="778" y="10"/>
                  </a:lnTo>
                  <a:cubicBezTo>
                    <a:pt x="783" y="13"/>
                    <a:pt x="786" y="13"/>
                    <a:pt x="791" y="15"/>
                  </a:cubicBezTo>
                  <a:lnTo>
                    <a:pt x="759" y="82"/>
                  </a:lnTo>
                  <a:moveTo>
                    <a:pt x="151" y="76"/>
                  </a:moveTo>
                  <a:lnTo>
                    <a:pt x="127" y="8"/>
                  </a:lnTo>
                  <a:cubicBezTo>
                    <a:pt x="132" y="5"/>
                    <a:pt x="138" y="5"/>
                    <a:pt x="140" y="2"/>
                  </a:cubicBezTo>
                  <a:lnTo>
                    <a:pt x="159" y="71"/>
                  </a:lnTo>
                  <a:cubicBezTo>
                    <a:pt x="159" y="76"/>
                    <a:pt x="154" y="76"/>
                    <a:pt x="151" y="76"/>
                  </a:cubicBezTo>
                  <a:moveTo>
                    <a:pt x="725" y="71"/>
                  </a:moveTo>
                  <a:cubicBezTo>
                    <a:pt x="722" y="71"/>
                    <a:pt x="720" y="71"/>
                    <a:pt x="717" y="71"/>
                  </a:cubicBezTo>
                  <a:lnTo>
                    <a:pt x="720" y="0"/>
                  </a:lnTo>
                  <a:cubicBezTo>
                    <a:pt x="725" y="0"/>
                    <a:pt x="730" y="0"/>
                    <a:pt x="736" y="0"/>
                  </a:cubicBezTo>
                  <a:lnTo>
                    <a:pt x="725" y="71"/>
                  </a:lnTo>
                  <a:moveTo>
                    <a:pt x="188" y="71"/>
                  </a:moveTo>
                  <a:lnTo>
                    <a:pt x="188" y="0"/>
                  </a:lnTo>
                  <a:lnTo>
                    <a:pt x="201" y="0"/>
                  </a:lnTo>
                  <a:lnTo>
                    <a:pt x="201" y="71"/>
                  </a:lnTo>
                  <a:lnTo>
                    <a:pt x="188" y="71"/>
                  </a:lnTo>
                  <a:moveTo>
                    <a:pt x="680" y="71"/>
                  </a:moveTo>
                  <a:lnTo>
                    <a:pt x="667" y="71"/>
                  </a:lnTo>
                  <a:lnTo>
                    <a:pt x="667" y="0"/>
                  </a:lnTo>
                  <a:lnTo>
                    <a:pt x="680" y="0"/>
                  </a:lnTo>
                  <a:lnTo>
                    <a:pt x="680" y="71"/>
                  </a:lnTo>
                  <a:moveTo>
                    <a:pt x="632" y="71"/>
                  </a:moveTo>
                  <a:lnTo>
                    <a:pt x="619" y="71"/>
                  </a:lnTo>
                  <a:lnTo>
                    <a:pt x="619" y="0"/>
                  </a:lnTo>
                  <a:lnTo>
                    <a:pt x="632" y="0"/>
                  </a:lnTo>
                  <a:lnTo>
                    <a:pt x="632" y="71"/>
                  </a:lnTo>
                  <a:moveTo>
                    <a:pt x="585" y="71"/>
                  </a:moveTo>
                  <a:lnTo>
                    <a:pt x="572" y="71"/>
                  </a:lnTo>
                  <a:lnTo>
                    <a:pt x="572" y="0"/>
                  </a:lnTo>
                  <a:lnTo>
                    <a:pt x="585" y="0"/>
                  </a:lnTo>
                  <a:lnTo>
                    <a:pt x="585" y="71"/>
                  </a:lnTo>
                  <a:moveTo>
                    <a:pt x="537" y="71"/>
                  </a:moveTo>
                  <a:lnTo>
                    <a:pt x="524" y="71"/>
                  </a:lnTo>
                  <a:lnTo>
                    <a:pt x="524" y="0"/>
                  </a:lnTo>
                  <a:lnTo>
                    <a:pt x="537" y="0"/>
                  </a:lnTo>
                  <a:lnTo>
                    <a:pt x="537" y="71"/>
                  </a:lnTo>
                  <a:moveTo>
                    <a:pt x="487" y="71"/>
                  </a:moveTo>
                  <a:lnTo>
                    <a:pt x="474" y="71"/>
                  </a:lnTo>
                  <a:lnTo>
                    <a:pt x="474" y="0"/>
                  </a:lnTo>
                  <a:lnTo>
                    <a:pt x="487" y="0"/>
                  </a:lnTo>
                  <a:lnTo>
                    <a:pt x="487" y="71"/>
                  </a:lnTo>
                  <a:moveTo>
                    <a:pt x="439" y="71"/>
                  </a:moveTo>
                  <a:lnTo>
                    <a:pt x="426" y="71"/>
                  </a:lnTo>
                  <a:lnTo>
                    <a:pt x="426" y="0"/>
                  </a:lnTo>
                  <a:lnTo>
                    <a:pt x="439" y="0"/>
                  </a:lnTo>
                  <a:lnTo>
                    <a:pt x="439" y="71"/>
                  </a:lnTo>
                  <a:moveTo>
                    <a:pt x="392" y="71"/>
                  </a:moveTo>
                  <a:lnTo>
                    <a:pt x="378" y="71"/>
                  </a:lnTo>
                  <a:lnTo>
                    <a:pt x="378" y="0"/>
                  </a:lnTo>
                  <a:lnTo>
                    <a:pt x="392" y="0"/>
                  </a:lnTo>
                  <a:lnTo>
                    <a:pt x="392" y="71"/>
                  </a:lnTo>
                  <a:moveTo>
                    <a:pt x="344" y="71"/>
                  </a:moveTo>
                  <a:lnTo>
                    <a:pt x="331" y="71"/>
                  </a:lnTo>
                  <a:lnTo>
                    <a:pt x="331" y="0"/>
                  </a:lnTo>
                  <a:lnTo>
                    <a:pt x="344" y="0"/>
                  </a:lnTo>
                  <a:lnTo>
                    <a:pt x="344" y="71"/>
                  </a:lnTo>
                  <a:moveTo>
                    <a:pt x="296" y="71"/>
                  </a:moveTo>
                  <a:lnTo>
                    <a:pt x="283" y="71"/>
                  </a:lnTo>
                  <a:lnTo>
                    <a:pt x="283" y="0"/>
                  </a:lnTo>
                  <a:lnTo>
                    <a:pt x="296" y="0"/>
                  </a:lnTo>
                  <a:lnTo>
                    <a:pt x="296" y="71"/>
                  </a:lnTo>
                  <a:moveTo>
                    <a:pt x="249" y="71"/>
                  </a:moveTo>
                  <a:lnTo>
                    <a:pt x="236" y="71"/>
                  </a:lnTo>
                  <a:lnTo>
                    <a:pt x="236" y="0"/>
                  </a:lnTo>
                  <a:lnTo>
                    <a:pt x="249" y="0"/>
                  </a:lnTo>
                  <a:lnTo>
                    <a:pt x="249" y="7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37"/>
            <p:cNvSpPr/>
            <p:nvPr/>
          </p:nvSpPr>
          <p:spPr>
            <a:xfrm>
              <a:off x="1358234" y="3368471"/>
              <a:ext cx="703300" cy="509665"/>
            </a:xfrm>
            <a:custGeom>
              <a:avLst/>
              <a:gdLst/>
              <a:ahLst/>
              <a:cxnLst/>
              <a:rect l="l" t="t" r="r" b="b"/>
              <a:pathLst>
                <a:path w="1087" h="788" extrusionOk="0">
                  <a:moveTo>
                    <a:pt x="1084" y="788"/>
                  </a:moveTo>
                  <a:lnTo>
                    <a:pt x="1013" y="788"/>
                  </a:lnTo>
                  <a:lnTo>
                    <a:pt x="1013" y="195"/>
                  </a:lnTo>
                  <a:cubicBezTo>
                    <a:pt x="1013" y="129"/>
                    <a:pt x="957" y="74"/>
                    <a:pt x="891" y="74"/>
                  </a:cubicBezTo>
                  <a:lnTo>
                    <a:pt x="153" y="74"/>
                  </a:lnTo>
                  <a:cubicBezTo>
                    <a:pt x="108" y="74"/>
                    <a:pt x="71" y="111"/>
                    <a:pt x="71" y="156"/>
                  </a:cubicBezTo>
                  <a:lnTo>
                    <a:pt x="71" y="240"/>
                  </a:lnTo>
                  <a:lnTo>
                    <a:pt x="0" y="240"/>
                  </a:lnTo>
                  <a:lnTo>
                    <a:pt x="0" y="156"/>
                  </a:lnTo>
                  <a:cubicBezTo>
                    <a:pt x="0" y="71"/>
                    <a:pt x="69" y="0"/>
                    <a:pt x="156" y="0"/>
                  </a:cubicBezTo>
                  <a:lnTo>
                    <a:pt x="894" y="0"/>
                  </a:lnTo>
                  <a:cubicBezTo>
                    <a:pt x="1000" y="0"/>
                    <a:pt x="1087" y="87"/>
                    <a:pt x="1087" y="193"/>
                  </a:cubicBezTo>
                  <a:lnTo>
                    <a:pt x="1087" y="788"/>
                  </a:lnTo>
                  <a:lnTo>
                    <a:pt x="1084" y="78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37"/>
            <p:cNvSpPr/>
            <p:nvPr/>
          </p:nvSpPr>
          <p:spPr>
            <a:xfrm>
              <a:off x="1358234" y="3369767"/>
              <a:ext cx="701356" cy="501892"/>
            </a:xfrm>
            <a:custGeom>
              <a:avLst/>
              <a:gdLst/>
              <a:ahLst/>
              <a:cxnLst/>
              <a:rect l="l" t="t" r="r" b="b"/>
              <a:pathLst>
                <a:path w="1084" h="776" extrusionOk="0">
                  <a:moveTo>
                    <a:pt x="1084" y="776"/>
                  </a:moveTo>
                  <a:lnTo>
                    <a:pt x="1013" y="776"/>
                  </a:lnTo>
                  <a:lnTo>
                    <a:pt x="1013" y="762"/>
                  </a:lnTo>
                  <a:lnTo>
                    <a:pt x="1084" y="762"/>
                  </a:lnTo>
                  <a:lnTo>
                    <a:pt x="1084" y="776"/>
                  </a:lnTo>
                  <a:moveTo>
                    <a:pt x="1084" y="728"/>
                  </a:moveTo>
                  <a:lnTo>
                    <a:pt x="1013" y="728"/>
                  </a:lnTo>
                  <a:lnTo>
                    <a:pt x="1013" y="715"/>
                  </a:lnTo>
                  <a:lnTo>
                    <a:pt x="1084" y="715"/>
                  </a:lnTo>
                  <a:lnTo>
                    <a:pt x="1084" y="728"/>
                  </a:lnTo>
                  <a:moveTo>
                    <a:pt x="1084" y="680"/>
                  </a:moveTo>
                  <a:lnTo>
                    <a:pt x="1013" y="680"/>
                  </a:lnTo>
                  <a:lnTo>
                    <a:pt x="1013" y="667"/>
                  </a:lnTo>
                  <a:lnTo>
                    <a:pt x="1084" y="667"/>
                  </a:lnTo>
                  <a:lnTo>
                    <a:pt x="1084" y="680"/>
                  </a:lnTo>
                  <a:moveTo>
                    <a:pt x="1084" y="633"/>
                  </a:moveTo>
                  <a:lnTo>
                    <a:pt x="1013" y="633"/>
                  </a:lnTo>
                  <a:lnTo>
                    <a:pt x="1013" y="619"/>
                  </a:lnTo>
                  <a:lnTo>
                    <a:pt x="1084" y="619"/>
                  </a:lnTo>
                  <a:lnTo>
                    <a:pt x="1084" y="633"/>
                  </a:lnTo>
                  <a:moveTo>
                    <a:pt x="1084" y="585"/>
                  </a:moveTo>
                  <a:lnTo>
                    <a:pt x="1013" y="585"/>
                  </a:lnTo>
                  <a:lnTo>
                    <a:pt x="1013" y="572"/>
                  </a:lnTo>
                  <a:lnTo>
                    <a:pt x="1084" y="572"/>
                  </a:lnTo>
                  <a:lnTo>
                    <a:pt x="1084" y="585"/>
                  </a:lnTo>
                  <a:moveTo>
                    <a:pt x="1084" y="535"/>
                  </a:moveTo>
                  <a:lnTo>
                    <a:pt x="1013" y="535"/>
                  </a:lnTo>
                  <a:lnTo>
                    <a:pt x="1013" y="522"/>
                  </a:lnTo>
                  <a:lnTo>
                    <a:pt x="1084" y="522"/>
                  </a:lnTo>
                  <a:lnTo>
                    <a:pt x="1084" y="535"/>
                  </a:lnTo>
                  <a:moveTo>
                    <a:pt x="1084" y="487"/>
                  </a:moveTo>
                  <a:lnTo>
                    <a:pt x="1013" y="487"/>
                  </a:lnTo>
                  <a:lnTo>
                    <a:pt x="1013" y="474"/>
                  </a:lnTo>
                  <a:lnTo>
                    <a:pt x="1084" y="474"/>
                  </a:lnTo>
                  <a:lnTo>
                    <a:pt x="1084" y="487"/>
                  </a:lnTo>
                  <a:moveTo>
                    <a:pt x="1084" y="440"/>
                  </a:moveTo>
                  <a:lnTo>
                    <a:pt x="1013" y="440"/>
                  </a:lnTo>
                  <a:lnTo>
                    <a:pt x="1013" y="426"/>
                  </a:lnTo>
                  <a:lnTo>
                    <a:pt x="1084" y="426"/>
                  </a:lnTo>
                  <a:lnTo>
                    <a:pt x="1084" y="440"/>
                  </a:lnTo>
                  <a:moveTo>
                    <a:pt x="1084" y="392"/>
                  </a:moveTo>
                  <a:lnTo>
                    <a:pt x="1013" y="392"/>
                  </a:lnTo>
                  <a:lnTo>
                    <a:pt x="1013" y="379"/>
                  </a:lnTo>
                  <a:lnTo>
                    <a:pt x="1084" y="379"/>
                  </a:lnTo>
                  <a:lnTo>
                    <a:pt x="1084" y="392"/>
                  </a:lnTo>
                  <a:moveTo>
                    <a:pt x="1084" y="344"/>
                  </a:moveTo>
                  <a:lnTo>
                    <a:pt x="1013" y="344"/>
                  </a:lnTo>
                  <a:lnTo>
                    <a:pt x="1013" y="331"/>
                  </a:lnTo>
                  <a:lnTo>
                    <a:pt x="1084" y="331"/>
                  </a:lnTo>
                  <a:lnTo>
                    <a:pt x="1084" y="344"/>
                  </a:lnTo>
                  <a:moveTo>
                    <a:pt x="1084" y="297"/>
                  </a:moveTo>
                  <a:lnTo>
                    <a:pt x="1013" y="297"/>
                  </a:lnTo>
                  <a:lnTo>
                    <a:pt x="1013" y="283"/>
                  </a:lnTo>
                  <a:lnTo>
                    <a:pt x="1084" y="283"/>
                  </a:lnTo>
                  <a:lnTo>
                    <a:pt x="1084" y="297"/>
                  </a:lnTo>
                  <a:moveTo>
                    <a:pt x="1084" y="246"/>
                  </a:moveTo>
                  <a:lnTo>
                    <a:pt x="1013" y="246"/>
                  </a:lnTo>
                  <a:lnTo>
                    <a:pt x="1013" y="233"/>
                  </a:lnTo>
                  <a:lnTo>
                    <a:pt x="1084" y="233"/>
                  </a:lnTo>
                  <a:lnTo>
                    <a:pt x="1084" y="246"/>
                  </a:lnTo>
                  <a:moveTo>
                    <a:pt x="71" y="241"/>
                  </a:moveTo>
                  <a:lnTo>
                    <a:pt x="0" y="241"/>
                  </a:lnTo>
                  <a:lnTo>
                    <a:pt x="0" y="228"/>
                  </a:lnTo>
                  <a:lnTo>
                    <a:pt x="71" y="228"/>
                  </a:lnTo>
                  <a:lnTo>
                    <a:pt x="71" y="241"/>
                  </a:lnTo>
                  <a:moveTo>
                    <a:pt x="1084" y="199"/>
                  </a:moveTo>
                  <a:lnTo>
                    <a:pt x="1013" y="199"/>
                  </a:lnTo>
                  <a:lnTo>
                    <a:pt x="1013" y="193"/>
                  </a:lnTo>
                  <a:cubicBezTo>
                    <a:pt x="1013" y="191"/>
                    <a:pt x="1013" y="191"/>
                    <a:pt x="1013" y="188"/>
                  </a:cubicBezTo>
                  <a:lnTo>
                    <a:pt x="1084" y="186"/>
                  </a:lnTo>
                  <a:cubicBezTo>
                    <a:pt x="1084" y="188"/>
                    <a:pt x="1084" y="191"/>
                    <a:pt x="1084" y="193"/>
                  </a:cubicBezTo>
                  <a:lnTo>
                    <a:pt x="1084" y="199"/>
                  </a:lnTo>
                  <a:moveTo>
                    <a:pt x="71" y="193"/>
                  </a:moveTo>
                  <a:lnTo>
                    <a:pt x="0" y="193"/>
                  </a:lnTo>
                  <a:lnTo>
                    <a:pt x="0" y="180"/>
                  </a:lnTo>
                  <a:lnTo>
                    <a:pt x="71" y="180"/>
                  </a:lnTo>
                  <a:lnTo>
                    <a:pt x="71" y="193"/>
                  </a:lnTo>
                  <a:moveTo>
                    <a:pt x="1008" y="162"/>
                  </a:moveTo>
                  <a:cubicBezTo>
                    <a:pt x="1008" y="159"/>
                    <a:pt x="1005" y="156"/>
                    <a:pt x="1005" y="154"/>
                  </a:cubicBezTo>
                  <a:lnTo>
                    <a:pt x="1074" y="130"/>
                  </a:lnTo>
                  <a:cubicBezTo>
                    <a:pt x="1077" y="135"/>
                    <a:pt x="1077" y="141"/>
                    <a:pt x="1079" y="143"/>
                  </a:cubicBezTo>
                  <a:lnTo>
                    <a:pt x="1008" y="162"/>
                  </a:lnTo>
                  <a:moveTo>
                    <a:pt x="71" y="148"/>
                  </a:moveTo>
                  <a:lnTo>
                    <a:pt x="0" y="143"/>
                  </a:lnTo>
                  <a:cubicBezTo>
                    <a:pt x="0" y="138"/>
                    <a:pt x="0" y="133"/>
                    <a:pt x="2" y="127"/>
                  </a:cubicBezTo>
                  <a:lnTo>
                    <a:pt x="74" y="141"/>
                  </a:lnTo>
                  <a:cubicBezTo>
                    <a:pt x="71" y="143"/>
                    <a:pt x="71" y="146"/>
                    <a:pt x="71" y="148"/>
                  </a:cubicBezTo>
                  <a:moveTo>
                    <a:pt x="992" y="127"/>
                  </a:moveTo>
                  <a:cubicBezTo>
                    <a:pt x="989" y="125"/>
                    <a:pt x="989" y="122"/>
                    <a:pt x="987" y="119"/>
                  </a:cubicBezTo>
                  <a:lnTo>
                    <a:pt x="1045" y="74"/>
                  </a:lnTo>
                  <a:cubicBezTo>
                    <a:pt x="1047" y="77"/>
                    <a:pt x="1050" y="82"/>
                    <a:pt x="1053" y="88"/>
                  </a:cubicBezTo>
                  <a:lnTo>
                    <a:pt x="992" y="127"/>
                  </a:lnTo>
                  <a:moveTo>
                    <a:pt x="82" y="117"/>
                  </a:moveTo>
                  <a:lnTo>
                    <a:pt x="18" y="82"/>
                  </a:lnTo>
                  <a:cubicBezTo>
                    <a:pt x="21" y="77"/>
                    <a:pt x="24" y="74"/>
                    <a:pt x="26" y="69"/>
                  </a:cubicBezTo>
                  <a:lnTo>
                    <a:pt x="87" y="109"/>
                  </a:lnTo>
                  <a:cubicBezTo>
                    <a:pt x="84" y="111"/>
                    <a:pt x="82" y="114"/>
                    <a:pt x="82" y="117"/>
                  </a:cubicBezTo>
                  <a:moveTo>
                    <a:pt x="968" y="101"/>
                  </a:moveTo>
                  <a:cubicBezTo>
                    <a:pt x="965" y="98"/>
                    <a:pt x="963" y="98"/>
                    <a:pt x="960" y="96"/>
                  </a:cubicBezTo>
                  <a:lnTo>
                    <a:pt x="1002" y="37"/>
                  </a:lnTo>
                  <a:cubicBezTo>
                    <a:pt x="1008" y="40"/>
                    <a:pt x="1010" y="43"/>
                    <a:pt x="1013" y="45"/>
                  </a:cubicBezTo>
                  <a:lnTo>
                    <a:pt x="968" y="101"/>
                  </a:lnTo>
                  <a:moveTo>
                    <a:pt x="103" y="90"/>
                  </a:moveTo>
                  <a:lnTo>
                    <a:pt x="58" y="35"/>
                  </a:lnTo>
                  <a:cubicBezTo>
                    <a:pt x="63" y="32"/>
                    <a:pt x="66" y="29"/>
                    <a:pt x="71" y="27"/>
                  </a:cubicBezTo>
                  <a:lnTo>
                    <a:pt x="111" y="88"/>
                  </a:lnTo>
                  <a:cubicBezTo>
                    <a:pt x="106" y="88"/>
                    <a:pt x="103" y="88"/>
                    <a:pt x="103" y="90"/>
                  </a:cubicBezTo>
                  <a:moveTo>
                    <a:pt x="936" y="82"/>
                  </a:moveTo>
                  <a:cubicBezTo>
                    <a:pt x="934" y="82"/>
                    <a:pt x="931" y="80"/>
                    <a:pt x="928" y="80"/>
                  </a:cubicBezTo>
                  <a:lnTo>
                    <a:pt x="950" y="11"/>
                  </a:lnTo>
                  <a:cubicBezTo>
                    <a:pt x="955" y="14"/>
                    <a:pt x="960" y="14"/>
                    <a:pt x="963" y="16"/>
                  </a:cubicBezTo>
                  <a:lnTo>
                    <a:pt x="936" y="82"/>
                  </a:lnTo>
                  <a:moveTo>
                    <a:pt x="132" y="74"/>
                  </a:moveTo>
                  <a:lnTo>
                    <a:pt x="114" y="6"/>
                  </a:lnTo>
                  <a:cubicBezTo>
                    <a:pt x="119" y="3"/>
                    <a:pt x="124" y="3"/>
                    <a:pt x="129" y="3"/>
                  </a:cubicBezTo>
                  <a:lnTo>
                    <a:pt x="143" y="74"/>
                  </a:lnTo>
                  <a:cubicBezTo>
                    <a:pt x="137" y="74"/>
                    <a:pt x="135" y="74"/>
                    <a:pt x="132" y="74"/>
                  </a:cubicBezTo>
                  <a:moveTo>
                    <a:pt x="902" y="72"/>
                  </a:moveTo>
                  <a:cubicBezTo>
                    <a:pt x="899" y="72"/>
                    <a:pt x="897" y="72"/>
                    <a:pt x="891" y="72"/>
                  </a:cubicBezTo>
                  <a:lnTo>
                    <a:pt x="891" y="0"/>
                  </a:lnTo>
                  <a:cubicBezTo>
                    <a:pt x="897" y="0"/>
                    <a:pt x="902" y="0"/>
                    <a:pt x="907" y="0"/>
                  </a:cubicBezTo>
                  <a:lnTo>
                    <a:pt x="902" y="72"/>
                  </a:lnTo>
                  <a:moveTo>
                    <a:pt x="854" y="72"/>
                  </a:moveTo>
                  <a:lnTo>
                    <a:pt x="844" y="72"/>
                  </a:lnTo>
                  <a:lnTo>
                    <a:pt x="844" y="0"/>
                  </a:lnTo>
                  <a:lnTo>
                    <a:pt x="857" y="0"/>
                  </a:lnTo>
                  <a:lnTo>
                    <a:pt x="857" y="72"/>
                  </a:lnTo>
                  <a:lnTo>
                    <a:pt x="854" y="72"/>
                  </a:lnTo>
                  <a:moveTo>
                    <a:pt x="807" y="72"/>
                  </a:moveTo>
                  <a:lnTo>
                    <a:pt x="793" y="72"/>
                  </a:lnTo>
                  <a:lnTo>
                    <a:pt x="793" y="0"/>
                  </a:lnTo>
                  <a:lnTo>
                    <a:pt x="807" y="0"/>
                  </a:lnTo>
                  <a:lnTo>
                    <a:pt x="807" y="72"/>
                  </a:lnTo>
                  <a:moveTo>
                    <a:pt x="759" y="72"/>
                  </a:moveTo>
                  <a:lnTo>
                    <a:pt x="746" y="72"/>
                  </a:lnTo>
                  <a:lnTo>
                    <a:pt x="746" y="0"/>
                  </a:lnTo>
                  <a:lnTo>
                    <a:pt x="759" y="0"/>
                  </a:lnTo>
                  <a:lnTo>
                    <a:pt x="759" y="72"/>
                  </a:lnTo>
                  <a:moveTo>
                    <a:pt x="711" y="72"/>
                  </a:moveTo>
                  <a:lnTo>
                    <a:pt x="698" y="72"/>
                  </a:lnTo>
                  <a:lnTo>
                    <a:pt x="698" y="0"/>
                  </a:lnTo>
                  <a:lnTo>
                    <a:pt x="711" y="0"/>
                  </a:lnTo>
                  <a:lnTo>
                    <a:pt x="711" y="72"/>
                  </a:lnTo>
                  <a:moveTo>
                    <a:pt x="664" y="72"/>
                  </a:moveTo>
                  <a:lnTo>
                    <a:pt x="651" y="72"/>
                  </a:lnTo>
                  <a:lnTo>
                    <a:pt x="651" y="0"/>
                  </a:lnTo>
                  <a:lnTo>
                    <a:pt x="664" y="0"/>
                  </a:lnTo>
                  <a:lnTo>
                    <a:pt x="664" y="72"/>
                  </a:lnTo>
                  <a:moveTo>
                    <a:pt x="614" y="72"/>
                  </a:moveTo>
                  <a:lnTo>
                    <a:pt x="600" y="72"/>
                  </a:lnTo>
                  <a:lnTo>
                    <a:pt x="600" y="0"/>
                  </a:lnTo>
                  <a:lnTo>
                    <a:pt x="614" y="0"/>
                  </a:lnTo>
                  <a:lnTo>
                    <a:pt x="614" y="72"/>
                  </a:lnTo>
                  <a:moveTo>
                    <a:pt x="566" y="72"/>
                  </a:moveTo>
                  <a:lnTo>
                    <a:pt x="553" y="72"/>
                  </a:lnTo>
                  <a:lnTo>
                    <a:pt x="553" y="0"/>
                  </a:lnTo>
                  <a:lnTo>
                    <a:pt x="566" y="0"/>
                  </a:lnTo>
                  <a:lnTo>
                    <a:pt x="566" y="72"/>
                  </a:lnTo>
                  <a:moveTo>
                    <a:pt x="518" y="72"/>
                  </a:moveTo>
                  <a:lnTo>
                    <a:pt x="505" y="72"/>
                  </a:lnTo>
                  <a:lnTo>
                    <a:pt x="505" y="0"/>
                  </a:lnTo>
                  <a:lnTo>
                    <a:pt x="518" y="0"/>
                  </a:lnTo>
                  <a:lnTo>
                    <a:pt x="518" y="72"/>
                  </a:lnTo>
                  <a:moveTo>
                    <a:pt x="471" y="72"/>
                  </a:moveTo>
                  <a:lnTo>
                    <a:pt x="457" y="72"/>
                  </a:lnTo>
                  <a:lnTo>
                    <a:pt x="457" y="0"/>
                  </a:lnTo>
                  <a:lnTo>
                    <a:pt x="471" y="0"/>
                  </a:lnTo>
                  <a:lnTo>
                    <a:pt x="471" y="72"/>
                  </a:lnTo>
                  <a:moveTo>
                    <a:pt x="423" y="72"/>
                  </a:moveTo>
                  <a:lnTo>
                    <a:pt x="410" y="72"/>
                  </a:lnTo>
                  <a:lnTo>
                    <a:pt x="410" y="0"/>
                  </a:lnTo>
                  <a:lnTo>
                    <a:pt x="423" y="0"/>
                  </a:lnTo>
                  <a:lnTo>
                    <a:pt x="423" y="72"/>
                  </a:lnTo>
                  <a:moveTo>
                    <a:pt x="375" y="72"/>
                  </a:moveTo>
                  <a:lnTo>
                    <a:pt x="362" y="72"/>
                  </a:lnTo>
                  <a:lnTo>
                    <a:pt x="362" y="0"/>
                  </a:lnTo>
                  <a:lnTo>
                    <a:pt x="375" y="0"/>
                  </a:lnTo>
                  <a:lnTo>
                    <a:pt x="375" y="72"/>
                  </a:lnTo>
                  <a:moveTo>
                    <a:pt x="325" y="72"/>
                  </a:moveTo>
                  <a:lnTo>
                    <a:pt x="315" y="72"/>
                  </a:lnTo>
                  <a:lnTo>
                    <a:pt x="315" y="0"/>
                  </a:lnTo>
                  <a:lnTo>
                    <a:pt x="328" y="0"/>
                  </a:lnTo>
                  <a:lnTo>
                    <a:pt x="328" y="72"/>
                  </a:lnTo>
                  <a:lnTo>
                    <a:pt x="325" y="72"/>
                  </a:lnTo>
                  <a:moveTo>
                    <a:pt x="278" y="72"/>
                  </a:moveTo>
                  <a:lnTo>
                    <a:pt x="264" y="72"/>
                  </a:lnTo>
                  <a:lnTo>
                    <a:pt x="264" y="0"/>
                  </a:lnTo>
                  <a:lnTo>
                    <a:pt x="278" y="0"/>
                  </a:lnTo>
                  <a:lnTo>
                    <a:pt x="278" y="72"/>
                  </a:lnTo>
                  <a:moveTo>
                    <a:pt x="230" y="72"/>
                  </a:moveTo>
                  <a:lnTo>
                    <a:pt x="217" y="72"/>
                  </a:lnTo>
                  <a:lnTo>
                    <a:pt x="217" y="0"/>
                  </a:lnTo>
                  <a:lnTo>
                    <a:pt x="230" y="0"/>
                  </a:lnTo>
                  <a:lnTo>
                    <a:pt x="230" y="72"/>
                  </a:lnTo>
                  <a:moveTo>
                    <a:pt x="182" y="72"/>
                  </a:moveTo>
                  <a:lnTo>
                    <a:pt x="169" y="72"/>
                  </a:lnTo>
                  <a:lnTo>
                    <a:pt x="169" y="0"/>
                  </a:lnTo>
                  <a:lnTo>
                    <a:pt x="182" y="0"/>
                  </a:lnTo>
                  <a:lnTo>
                    <a:pt x="182" y="7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37"/>
            <p:cNvSpPr/>
            <p:nvPr/>
          </p:nvSpPr>
          <p:spPr>
            <a:xfrm>
              <a:off x="1088831" y="3551743"/>
              <a:ext cx="584142" cy="1039407"/>
            </a:xfrm>
            <a:custGeom>
              <a:avLst/>
              <a:gdLst/>
              <a:ahLst/>
              <a:cxnLst/>
              <a:rect l="l" t="t" r="r" b="b"/>
              <a:pathLst>
                <a:path w="903" h="1606" extrusionOk="0">
                  <a:moveTo>
                    <a:pt x="903" y="1606"/>
                  </a:moveTo>
                  <a:lnTo>
                    <a:pt x="0" y="1606"/>
                  </a:lnTo>
                  <a:lnTo>
                    <a:pt x="0" y="381"/>
                  </a:lnTo>
                  <a:cubicBezTo>
                    <a:pt x="0" y="169"/>
                    <a:pt x="172" y="0"/>
                    <a:pt x="381" y="0"/>
                  </a:cubicBezTo>
                  <a:lnTo>
                    <a:pt x="519" y="0"/>
                  </a:lnTo>
                  <a:cubicBezTo>
                    <a:pt x="731" y="0"/>
                    <a:pt x="900" y="172"/>
                    <a:pt x="900" y="381"/>
                  </a:cubicBezTo>
                  <a:lnTo>
                    <a:pt x="900" y="1606"/>
                  </a:lnTo>
                  <a:lnTo>
                    <a:pt x="903" y="160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37"/>
            <p:cNvSpPr/>
            <p:nvPr/>
          </p:nvSpPr>
          <p:spPr>
            <a:xfrm>
              <a:off x="1234542" y="3499935"/>
              <a:ext cx="290775" cy="49218"/>
            </a:xfrm>
            <a:custGeom>
              <a:avLst/>
              <a:gdLst/>
              <a:ahLst/>
              <a:cxnLst/>
              <a:rect l="l" t="t" r="r" b="b"/>
              <a:pathLst>
                <a:path w="450" h="77" extrusionOk="0">
                  <a:moveTo>
                    <a:pt x="0" y="0"/>
                  </a:moveTo>
                  <a:lnTo>
                    <a:pt x="450" y="0"/>
                  </a:lnTo>
                  <a:lnTo>
                    <a:pt x="450" y="77"/>
                  </a:lnTo>
                  <a:lnTo>
                    <a:pt x="0" y="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37"/>
            <p:cNvSpPr/>
            <p:nvPr/>
          </p:nvSpPr>
          <p:spPr>
            <a:xfrm>
              <a:off x="1088831" y="4327573"/>
              <a:ext cx="584142" cy="64760"/>
            </a:xfrm>
            <a:custGeom>
              <a:avLst/>
              <a:gdLst/>
              <a:ahLst/>
              <a:cxnLst/>
              <a:rect l="l" t="t" r="r" b="b"/>
              <a:pathLst>
                <a:path w="903" h="101" extrusionOk="0">
                  <a:moveTo>
                    <a:pt x="0" y="0"/>
                  </a:moveTo>
                  <a:lnTo>
                    <a:pt x="903" y="0"/>
                  </a:lnTo>
                  <a:lnTo>
                    <a:pt x="903" y="101"/>
                  </a:lnTo>
                  <a:lnTo>
                    <a:pt x="0" y="1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37"/>
            <p:cNvSpPr/>
            <p:nvPr/>
          </p:nvSpPr>
          <p:spPr>
            <a:xfrm>
              <a:off x="1088831" y="4130701"/>
              <a:ext cx="584142" cy="136645"/>
            </a:xfrm>
            <a:custGeom>
              <a:avLst/>
              <a:gdLst/>
              <a:ahLst/>
              <a:cxnLst/>
              <a:rect l="l" t="t" r="r" b="b"/>
              <a:pathLst>
                <a:path w="903" h="212" extrusionOk="0">
                  <a:moveTo>
                    <a:pt x="0" y="0"/>
                  </a:moveTo>
                  <a:lnTo>
                    <a:pt x="903" y="0"/>
                  </a:lnTo>
                  <a:lnTo>
                    <a:pt x="903" y="212"/>
                  </a:lnTo>
                  <a:lnTo>
                    <a:pt x="0" y="2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31300" rIns="90000" bIns="3130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37"/>
            <p:cNvSpPr/>
            <p:nvPr/>
          </p:nvSpPr>
          <p:spPr>
            <a:xfrm>
              <a:off x="2167091" y="3625570"/>
              <a:ext cx="1732983" cy="965574"/>
            </a:xfrm>
            <a:custGeom>
              <a:avLst/>
              <a:gdLst/>
              <a:ahLst/>
              <a:cxnLst/>
              <a:rect l="l" t="t" r="r" b="b"/>
              <a:pathLst>
                <a:path w="2677" h="1492" extrusionOk="0">
                  <a:moveTo>
                    <a:pt x="2677" y="1492"/>
                  </a:moveTo>
                  <a:lnTo>
                    <a:pt x="0" y="1492"/>
                  </a:lnTo>
                  <a:lnTo>
                    <a:pt x="137" y="0"/>
                  </a:lnTo>
                  <a:lnTo>
                    <a:pt x="2545" y="0"/>
                  </a:lnTo>
                  <a:lnTo>
                    <a:pt x="2677" y="149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37"/>
            <p:cNvSpPr/>
            <p:nvPr/>
          </p:nvSpPr>
          <p:spPr>
            <a:xfrm>
              <a:off x="2216309" y="3551743"/>
              <a:ext cx="1642321" cy="74475"/>
            </a:xfrm>
            <a:custGeom>
              <a:avLst/>
              <a:gdLst/>
              <a:ahLst/>
              <a:cxnLst/>
              <a:rect l="l" t="t" r="r" b="b"/>
              <a:pathLst>
                <a:path w="2537" h="116" extrusionOk="0">
                  <a:moveTo>
                    <a:pt x="0" y="0"/>
                  </a:moveTo>
                  <a:lnTo>
                    <a:pt x="2537" y="0"/>
                  </a:lnTo>
                  <a:lnTo>
                    <a:pt x="2537" y="116"/>
                  </a:lnTo>
                  <a:lnTo>
                    <a:pt x="0" y="1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37"/>
            <p:cNvSpPr/>
            <p:nvPr/>
          </p:nvSpPr>
          <p:spPr>
            <a:xfrm>
              <a:off x="3386529" y="3765453"/>
              <a:ext cx="139882" cy="73179"/>
            </a:xfrm>
            <a:custGeom>
              <a:avLst/>
              <a:gdLst/>
              <a:ahLst/>
              <a:cxnLst/>
              <a:rect l="l" t="t" r="r" b="b"/>
              <a:pathLst>
                <a:path w="217" h="114" extrusionOk="0">
                  <a:moveTo>
                    <a:pt x="0" y="0"/>
                  </a:moveTo>
                  <a:lnTo>
                    <a:pt x="217" y="0"/>
                  </a:lnTo>
                  <a:lnTo>
                    <a:pt x="217" y="114"/>
                  </a:lnTo>
                  <a:lnTo>
                    <a:pt x="0" y="1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37"/>
            <p:cNvSpPr/>
            <p:nvPr/>
          </p:nvSpPr>
          <p:spPr>
            <a:xfrm>
              <a:off x="3386529" y="3858060"/>
              <a:ext cx="139882" cy="83541"/>
            </a:xfrm>
            <a:custGeom>
              <a:avLst/>
              <a:gdLst/>
              <a:ahLst/>
              <a:cxnLst/>
              <a:rect l="l" t="t" r="r" b="b"/>
              <a:pathLst>
                <a:path w="217" h="130" extrusionOk="0">
                  <a:moveTo>
                    <a:pt x="0" y="0"/>
                  </a:moveTo>
                  <a:lnTo>
                    <a:pt x="217" y="0"/>
                  </a:lnTo>
                  <a:lnTo>
                    <a:pt x="217" y="130"/>
                  </a:lnTo>
                  <a:lnTo>
                    <a:pt x="0" y="1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1800" rIns="90000" bIns="180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37"/>
            <p:cNvSpPr/>
            <p:nvPr/>
          </p:nvSpPr>
          <p:spPr>
            <a:xfrm>
              <a:off x="3545839" y="3765453"/>
              <a:ext cx="145063" cy="73179"/>
            </a:xfrm>
            <a:custGeom>
              <a:avLst/>
              <a:gdLst/>
              <a:ahLst/>
              <a:cxnLst/>
              <a:rect l="l" t="t" r="r" b="b"/>
              <a:pathLst>
                <a:path w="225" h="114" extrusionOk="0">
                  <a:moveTo>
                    <a:pt x="0" y="0"/>
                  </a:moveTo>
                  <a:lnTo>
                    <a:pt x="225" y="0"/>
                  </a:lnTo>
                  <a:lnTo>
                    <a:pt x="225" y="114"/>
                  </a:lnTo>
                  <a:lnTo>
                    <a:pt x="0" y="1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p37"/>
            <p:cNvSpPr/>
            <p:nvPr/>
          </p:nvSpPr>
          <p:spPr>
            <a:xfrm>
              <a:off x="3545839" y="3858060"/>
              <a:ext cx="145063" cy="83541"/>
            </a:xfrm>
            <a:custGeom>
              <a:avLst/>
              <a:gdLst/>
              <a:ahLst/>
              <a:cxnLst/>
              <a:rect l="l" t="t" r="r" b="b"/>
              <a:pathLst>
                <a:path w="225" h="130" extrusionOk="0">
                  <a:moveTo>
                    <a:pt x="0" y="0"/>
                  </a:moveTo>
                  <a:lnTo>
                    <a:pt x="225" y="0"/>
                  </a:lnTo>
                  <a:lnTo>
                    <a:pt x="225" y="130"/>
                  </a:lnTo>
                  <a:lnTo>
                    <a:pt x="0" y="1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1800" rIns="90000" bIns="180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37"/>
            <p:cNvSpPr/>
            <p:nvPr/>
          </p:nvSpPr>
          <p:spPr>
            <a:xfrm>
              <a:off x="3386529" y="3858060"/>
              <a:ext cx="131464" cy="81598"/>
            </a:xfrm>
            <a:custGeom>
              <a:avLst/>
              <a:gdLst/>
              <a:ahLst/>
              <a:cxnLst/>
              <a:rect l="l" t="t" r="r" b="b"/>
              <a:pathLst>
                <a:path w="204" h="127" extrusionOk="0">
                  <a:moveTo>
                    <a:pt x="204" y="0"/>
                  </a:moveTo>
                  <a:lnTo>
                    <a:pt x="74" y="127"/>
                  </a:lnTo>
                  <a:lnTo>
                    <a:pt x="0" y="127"/>
                  </a:lnTo>
                  <a:lnTo>
                    <a:pt x="0" y="51"/>
                  </a:lnTo>
                  <a:lnTo>
                    <a:pt x="51" y="0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700" rIns="90000" bIns="70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37"/>
            <p:cNvSpPr/>
            <p:nvPr/>
          </p:nvSpPr>
          <p:spPr>
            <a:xfrm>
              <a:off x="3438337" y="3765453"/>
              <a:ext cx="86779" cy="71884"/>
            </a:xfrm>
            <a:custGeom>
              <a:avLst/>
              <a:gdLst/>
              <a:ahLst/>
              <a:cxnLst/>
              <a:rect l="l" t="t" r="r" b="b"/>
              <a:pathLst>
                <a:path w="135" h="112" extrusionOk="0">
                  <a:moveTo>
                    <a:pt x="113" y="0"/>
                  </a:moveTo>
                  <a:lnTo>
                    <a:pt x="135" y="0"/>
                  </a:lnTo>
                  <a:lnTo>
                    <a:pt x="135" y="112"/>
                  </a:lnTo>
                  <a:lnTo>
                    <a:pt x="0" y="112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37"/>
            <p:cNvSpPr/>
            <p:nvPr/>
          </p:nvSpPr>
          <p:spPr>
            <a:xfrm>
              <a:off x="3545839" y="3765453"/>
              <a:ext cx="64760" cy="64760"/>
            </a:xfrm>
            <a:custGeom>
              <a:avLst/>
              <a:gdLst/>
              <a:ahLst/>
              <a:cxnLst/>
              <a:rect l="l" t="t" r="r" b="b"/>
              <a:pathLst>
                <a:path w="101" h="101" extrusionOk="0">
                  <a:moveTo>
                    <a:pt x="101" y="0"/>
                  </a:moveTo>
                  <a:lnTo>
                    <a:pt x="0" y="101"/>
                  </a:lnTo>
                  <a:lnTo>
                    <a:pt x="0" y="0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37"/>
            <p:cNvSpPr/>
            <p:nvPr/>
          </p:nvSpPr>
          <p:spPr>
            <a:xfrm>
              <a:off x="3486260" y="3900802"/>
              <a:ext cx="38856" cy="38856"/>
            </a:xfrm>
            <a:custGeom>
              <a:avLst/>
              <a:gdLst/>
              <a:ahLst/>
              <a:cxnLst/>
              <a:rect l="l" t="t" r="r" b="b"/>
              <a:pathLst>
                <a:path w="61" h="61" extrusionOk="0">
                  <a:moveTo>
                    <a:pt x="0" y="61"/>
                  </a:moveTo>
                  <a:lnTo>
                    <a:pt x="61" y="0"/>
                  </a:lnTo>
                  <a:lnTo>
                    <a:pt x="61" y="61"/>
                  </a:lnTo>
                  <a:lnTo>
                    <a:pt x="0" y="6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p37"/>
            <p:cNvSpPr/>
            <p:nvPr/>
          </p:nvSpPr>
          <p:spPr>
            <a:xfrm>
              <a:off x="3545839" y="3765453"/>
              <a:ext cx="145063" cy="160606"/>
            </a:xfrm>
            <a:custGeom>
              <a:avLst/>
              <a:gdLst/>
              <a:ahLst/>
              <a:cxnLst/>
              <a:rect l="l" t="t" r="r" b="b"/>
              <a:pathLst>
                <a:path w="225" h="249" extrusionOk="0">
                  <a:moveTo>
                    <a:pt x="225" y="0"/>
                  </a:moveTo>
                  <a:lnTo>
                    <a:pt x="225" y="22"/>
                  </a:lnTo>
                  <a:lnTo>
                    <a:pt x="106" y="143"/>
                  </a:lnTo>
                  <a:lnTo>
                    <a:pt x="0" y="249"/>
                  </a:lnTo>
                  <a:lnTo>
                    <a:pt x="0" y="180"/>
                  </a:lnTo>
                  <a:lnTo>
                    <a:pt x="37" y="143"/>
                  </a:lnTo>
                  <a:lnTo>
                    <a:pt x="66" y="112"/>
                  </a:lnTo>
                  <a:lnTo>
                    <a:pt x="180" y="0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4625" rIns="90000" bIns="44625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p37"/>
            <p:cNvSpPr/>
            <p:nvPr/>
          </p:nvSpPr>
          <p:spPr>
            <a:xfrm>
              <a:off x="3386529" y="4244032"/>
              <a:ext cx="139882" cy="72532"/>
            </a:xfrm>
            <a:custGeom>
              <a:avLst/>
              <a:gdLst/>
              <a:ahLst/>
              <a:cxnLst/>
              <a:rect l="l" t="t" r="r" b="b"/>
              <a:pathLst>
                <a:path w="217" h="113" extrusionOk="0">
                  <a:moveTo>
                    <a:pt x="0" y="0"/>
                  </a:moveTo>
                  <a:lnTo>
                    <a:pt x="217" y="0"/>
                  </a:lnTo>
                  <a:lnTo>
                    <a:pt x="217" y="113"/>
                  </a:lnTo>
                  <a:lnTo>
                    <a:pt x="0" y="1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37"/>
            <p:cNvSpPr/>
            <p:nvPr/>
          </p:nvSpPr>
          <p:spPr>
            <a:xfrm>
              <a:off x="3386529" y="4337935"/>
              <a:ext cx="139882" cy="83541"/>
            </a:xfrm>
            <a:custGeom>
              <a:avLst/>
              <a:gdLst/>
              <a:ahLst/>
              <a:cxnLst/>
              <a:rect l="l" t="t" r="r" b="b"/>
              <a:pathLst>
                <a:path w="217" h="130" extrusionOk="0">
                  <a:moveTo>
                    <a:pt x="0" y="0"/>
                  </a:moveTo>
                  <a:lnTo>
                    <a:pt x="217" y="0"/>
                  </a:lnTo>
                  <a:lnTo>
                    <a:pt x="217" y="130"/>
                  </a:lnTo>
                  <a:lnTo>
                    <a:pt x="0" y="1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1800" rIns="90000" bIns="180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p37"/>
            <p:cNvSpPr/>
            <p:nvPr/>
          </p:nvSpPr>
          <p:spPr>
            <a:xfrm>
              <a:off x="3545839" y="4244032"/>
              <a:ext cx="145063" cy="72532"/>
            </a:xfrm>
            <a:custGeom>
              <a:avLst/>
              <a:gdLst/>
              <a:ahLst/>
              <a:cxnLst/>
              <a:rect l="l" t="t" r="r" b="b"/>
              <a:pathLst>
                <a:path w="225" h="113" extrusionOk="0">
                  <a:moveTo>
                    <a:pt x="0" y="0"/>
                  </a:moveTo>
                  <a:lnTo>
                    <a:pt x="225" y="0"/>
                  </a:lnTo>
                  <a:lnTo>
                    <a:pt x="225" y="113"/>
                  </a:lnTo>
                  <a:lnTo>
                    <a:pt x="0" y="1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p37"/>
            <p:cNvSpPr/>
            <p:nvPr/>
          </p:nvSpPr>
          <p:spPr>
            <a:xfrm>
              <a:off x="3545839" y="4337935"/>
              <a:ext cx="145063" cy="83541"/>
            </a:xfrm>
            <a:custGeom>
              <a:avLst/>
              <a:gdLst/>
              <a:ahLst/>
              <a:cxnLst/>
              <a:rect l="l" t="t" r="r" b="b"/>
              <a:pathLst>
                <a:path w="225" h="130" extrusionOk="0">
                  <a:moveTo>
                    <a:pt x="0" y="0"/>
                  </a:moveTo>
                  <a:lnTo>
                    <a:pt x="225" y="0"/>
                  </a:lnTo>
                  <a:lnTo>
                    <a:pt x="225" y="130"/>
                  </a:lnTo>
                  <a:lnTo>
                    <a:pt x="0" y="1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1800" rIns="90000" bIns="180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37"/>
            <p:cNvSpPr/>
            <p:nvPr/>
          </p:nvSpPr>
          <p:spPr>
            <a:xfrm>
              <a:off x="3386529" y="4337935"/>
              <a:ext cx="131464" cy="81598"/>
            </a:xfrm>
            <a:custGeom>
              <a:avLst/>
              <a:gdLst/>
              <a:ahLst/>
              <a:cxnLst/>
              <a:rect l="l" t="t" r="r" b="b"/>
              <a:pathLst>
                <a:path w="204" h="127" extrusionOk="0">
                  <a:moveTo>
                    <a:pt x="204" y="0"/>
                  </a:moveTo>
                  <a:lnTo>
                    <a:pt x="74" y="127"/>
                  </a:lnTo>
                  <a:lnTo>
                    <a:pt x="0" y="127"/>
                  </a:lnTo>
                  <a:lnTo>
                    <a:pt x="0" y="50"/>
                  </a:lnTo>
                  <a:lnTo>
                    <a:pt x="51" y="0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700" rIns="90000" bIns="70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37"/>
            <p:cNvSpPr/>
            <p:nvPr/>
          </p:nvSpPr>
          <p:spPr>
            <a:xfrm>
              <a:off x="3438337" y="4244032"/>
              <a:ext cx="86779" cy="72532"/>
            </a:xfrm>
            <a:custGeom>
              <a:avLst/>
              <a:gdLst/>
              <a:ahLst/>
              <a:cxnLst/>
              <a:rect l="l" t="t" r="r" b="b"/>
              <a:pathLst>
                <a:path w="135" h="113" extrusionOk="0">
                  <a:moveTo>
                    <a:pt x="113" y="0"/>
                  </a:moveTo>
                  <a:lnTo>
                    <a:pt x="135" y="0"/>
                  </a:lnTo>
                  <a:lnTo>
                    <a:pt x="135" y="113"/>
                  </a:lnTo>
                  <a:lnTo>
                    <a:pt x="0" y="113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p37"/>
            <p:cNvSpPr/>
            <p:nvPr/>
          </p:nvSpPr>
          <p:spPr>
            <a:xfrm>
              <a:off x="3545839" y="4244032"/>
              <a:ext cx="64760" cy="66056"/>
            </a:xfrm>
            <a:custGeom>
              <a:avLst/>
              <a:gdLst/>
              <a:ahLst/>
              <a:cxnLst/>
              <a:rect l="l" t="t" r="r" b="b"/>
              <a:pathLst>
                <a:path w="101" h="103" extrusionOk="0">
                  <a:moveTo>
                    <a:pt x="101" y="0"/>
                  </a:moveTo>
                  <a:lnTo>
                    <a:pt x="0" y="103"/>
                  </a:lnTo>
                  <a:lnTo>
                    <a:pt x="0" y="0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37"/>
            <p:cNvSpPr/>
            <p:nvPr/>
          </p:nvSpPr>
          <p:spPr>
            <a:xfrm>
              <a:off x="3486260" y="4380676"/>
              <a:ext cx="38856" cy="38856"/>
            </a:xfrm>
            <a:custGeom>
              <a:avLst/>
              <a:gdLst/>
              <a:ahLst/>
              <a:cxnLst/>
              <a:rect l="l" t="t" r="r" b="b"/>
              <a:pathLst>
                <a:path w="61" h="61" extrusionOk="0">
                  <a:moveTo>
                    <a:pt x="0" y="61"/>
                  </a:moveTo>
                  <a:lnTo>
                    <a:pt x="61" y="0"/>
                  </a:lnTo>
                  <a:lnTo>
                    <a:pt x="61" y="61"/>
                  </a:lnTo>
                  <a:lnTo>
                    <a:pt x="0" y="6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37"/>
            <p:cNvSpPr/>
            <p:nvPr/>
          </p:nvSpPr>
          <p:spPr>
            <a:xfrm>
              <a:off x="3545839" y="4244032"/>
              <a:ext cx="145063" cy="161901"/>
            </a:xfrm>
            <a:custGeom>
              <a:avLst/>
              <a:gdLst/>
              <a:ahLst/>
              <a:cxnLst/>
              <a:rect l="l" t="t" r="r" b="b"/>
              <a:pathLst>
                <a:path w="225" h="251" extrusionOk="0">
                  <a:moveTo>
                    <a:pt x="225" y="0"/>
                  </a:moveTo>
                  <a:lnTo>
                    <a:pt x="225" y="23"/>
                  </a:lnTo>
                  <a:lnTo>
                    <a:pt x="106" y="145"/>
                  </a:lnTo>
                  <a:lnTo>
                    <a:pt x="0" y="251"/>
                  </a:lnTo>
                  <a:lnTo>
                    <a:pt x="0" y="182"/>
                  </a:lnTo>
                  <a:lnTo>
                    <a:pt x="37" y="145"/>
                  </a:lnTo>
                  <a:lnTo>
                    <a:pt x="66" y="113"/>
                  </a:lnTo>
                  <a:lnTo>
                    <a:pt x="180" y="0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37"/>
            <p:cNvSpPr/>
            <p:nvPr/>
          </p:nvSpPr>
          <p:spPr>
            <a:xfrm>
              <a:off x="3386529" y="4005714"/>
              <a:ext cx="139882" cy="73179"/>
            </a:xfrm>
            <a:custGeom>
              <a:avLst/>
              <a:gdLst/>
              <a:ahLst/>
              <a:cxnLst/>
              <a:rect l="l" t="t" r="r" b="b"/>
              <a:pathLst>
                <a:path w="217" h="114" extrusionOk="0">
                  <a:moveTo>
                    <a:pt x="0" y="0"/>
                  </a:moveTo>
                  <a:lnTo>
                    <a:pt x="217" y="0"/>
                  </a:lnTo>
                  <a:lnTo>
                    <a:pt x="217" y="114"/>
                  </a:lnTo>
                  <a:lnTo>
                    <a:pt x="0" y="1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37"/>
            <p:cNvSpPr/>
            <p:nvPr/>
          </p:nvSpPr>
          <p:spPr>
            <a:xfrm>
              <a:off x="3386529" y="4098321"/>
              <a:ext cx="139882" cy="82893"/>
            </a:xfrm>
            <a:custGeom>
              <a:avLst/>
              <a:gdLst/>
              <a:ahLst/>
              <a:cxnLst/>
              <a:rect l="l" t="t" r="r" b="b"/>
              <a:pathLst>
                <a:path w="217" h="129" extrusionOk="0">
                  <a:moveTo>
                    <a:pt x="0" y="0"/>
                  </a:moveTo>
                  <a:lnTo>
                    <a:pt x="217" y="0"/>
                  </a:lnTo>
                  <a:lnTo>
                    <a:pt x="217" y="129"/>
                  </a:lnTo>
                  <a:lnTo>
                    <a:pt x="0" y="1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1425" rIns="90000" bIns="1425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37"/>
            <p:cNvSpPr/>
            <p:nvPr/>
          </p:nvSpPr>
          <p:spPr>
            <a:xfrm>
              <a:off x="3545839" y="4005714"/>
              <a:ext cx="145063" cy="73179"/>
            </a:xfrm>
            <a:custGeom>
              <a:avLst/>
              <a:gdLst/>
              <a:ahLst/>
              <a:cxnLst/>
              <a:rect l="l" t="t" r="r" b="b"/>
              <a:pathLst>
                <a:path w="225" h="114" extrusionOk="0">
                  <a:moveTo>
                    <a:pt x="0" y="0"/>
                  </a:moveTo>
                  <a:lnTo>
                    <a:pt x="225" y="0"/>
                  </a:lnTo>
                  <a:lnTo>
                    <a:pt x="225" y="114"/>
                  </a:lnTo>
                  <a:lnTo>
                    <a:pt x="0" y="1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37"/>
            <p:cNvSpPr/>
            <p:nvPr/>
          </p:nvSpPr>
          <p:spPr>
            <a:xfrm>
              <a:off x="3545839" y="4098321"/>
              <a:ext cx="145063" cy="82893"/>
            </a:xfrm>
            <a:custGeom>
              <a:avLst/>
              <a:gdLst/>
              <a:ahLst/>
              <a:cxnLst/>
              <a:rect l="l" t="t" r="r" b="b"/>
              <a:pathLst>
                <a:path w="225" h="129" extrusionOk="0">
                  <a:moveTo>
                    <a:pt x="0" y="0"/>
                  </a:moveTo>
                  <a:lnTo>
                    <a:pt x="225" y="0"/>
                  </a:lnTo>
                  <a:lnTo>
                    <a:pt x="225" y="129"/>
                  </a:lnTo>
                  <a:lnTo>
                    <a:pt x="0" y="1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1425" rIns="90000" bIns="1425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37"/>
            <p:cNvSpPr/>
            <p:nvPr/>
          </p:nvSpPr>
          <p:spPr>
            <a:xfrm>
              <a:off x="3386529" y="4098321"/>
              <a:ext cx="131464" cy="82893"/>
            </a:xfrm>
            <a:custGeom>
              <a:avLst/>
              <a:gdLst/>
              <a:ahLst/>
              <a:cxnLst/>
              <a:rect l="l" t="t" r="r" b="b"/>
              <a:pathLst>
                <a:path w="204" h="129" extrusionOk="0">
                  <a:moveTo>
                    <a:pt x="204" y="0"/>
                  </a:moveTo>
                  <a:lnTo>
                    <a:pt x="74" y="129"/>
                  </a:lnTo>
                  <a:lnTo>
                    <a:pt x="0" y="129"/>
                  </a:lnTo>
                  <a:lnTo>
                    <a:pt x="0" y="50"/>
                  </a:lnTo>
                  <a:lnTo>
                    <a:pt x="51" y="0"/>
                  </a:lnTo>
                  <a:lnTo>
                    <a:pt x="20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1425" rIns="90000" bIns="1425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37"/>
            <p:cNvSpPr/>
            <p:nvPr/>
          </p:nvSpPr>
          <p:spPr>
            <a:xfrm>
              <a:off x="3438337" y="4005714"/>
              <a:ext cx="86779" cy="73179"/>
            </a:xfrm>
            <a:custGeom>
              <a:avLst/>
              <a:gdLst/>
              <a:ahLst/>
              <a:cxnLst/>
              <a:rect l="l" t="t" r="r" b="b"/>
              <a:pathLst>
                <a:path w="135" h="114" extrusionOk="0">
                  <a:moveTo>
                    <a:pt x="113" y="0"/>
                  </a:moveTo>
                  <a:lnTo>
                    <a:pt x="135" y="0"/>
                  </a:lnTo>
                  <a:lnTo>
                    <a:pt x="135" y="114"/>
                  </a:lnTo>
                  <a:lnTo>
                    <a:pt x="0" y="114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p37"/>
            <p:cNvSpPr/>
            <p:nvPr/>
          </p:nvSpPr>
          <p:spPr>
            <a:xfrm>
              <a:off x="3545839" y="4005714"/>
              <a:ext cx="64760" cy="64113"/>
            </a:xfrm>
            <a:custGeom>
              <a:avLst/>
              <a:gdLst/>
              <a:ahLst/>
              <a:cxnLst/>
              <a:rect l="l" t="t" r="r" b="b"/>
              <a:pathLst>
                <a:path w="101" h="100" extrusionOk="0">
                  <a:moveTo>
                    <a:pt x="101" y="0"/>
                  </a:moveTo>
                  <a:lnTo>
                    <a:pt x="0" y="100"/>
                  </a:lnTo>
                  <a:lnTo>
                    <a:pt x="0" y="0"/>
                  </a:lnTo>
                  <a:lnTo>
                    <a:pt x="10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37"/>
            <p:cNvSpPr/>
            <p:nvPr/>
          </p:nvSpPr>
          <p:spPr>
            <a:xfrm>
              <a:off x="3486260" y="4143006"/>
              <a:ext cx="38856" cy="38209"/>
            </a:xfrm>
            <a:custGeom>
              <a:avLst/>
              <a:gdLst/>
              <a:ahLst/>
              <a:cxnLst/>
              <a:rect l="l" t="t" r="r" b="b"/>
              <a:pathLst>
                <a:path w="61" h="60" extrusionOk="0">
                  <a:moveTo>
                    <a:pt x="0" y="60"/>
                  </a:moveTo>
                  <a:lnTo>
                    <a:pt x="61" y="0"/>
                  </a:lnTo>
                  <a:lnTo>
                    <a:pt x="61" y="60"/>
                  </a:lnTo>
                  <a:lnTo>
                    <a:pt x="0" y="6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37"/>
            <p:cNvSpPr/>
            <p:nvPr/>
          </p:nvSpPr>
          <p:spPr>
            <a:xfrm>
              <a:off x="3545839" y="4005714"/>
              <a:ext cx="145063" cy="160606"/>
            </a:xfrm>
            <a:custGeom>
              <a:avLst/>
              <a:gdLst/>
              <a:ahLst/>
              <a:cxnLst/>
              <a:rect l="l" t="t" r="r" b="b"/>
              <a:pathLst>
                <a:path w="225" h="249" extrusionOk="0">
                  <a:moveTo>
                    <a:pt x="225" y="0"/>
                  </a:moveTo>
                  <a:lnTo>
                    <a:pt x="225" y="24"/>
                  </a:lnTo>
                  <a:lnTo>
                    <a:pt x="106" y="143"/>
                  </a:lnTo>
                  <a:lnTo>
                    <a:pt x="0" y="249"/>
                  </a:lnTo>
                  <a:lnTo>
                    <a:pt x="0" y="180"/>
                  </a:lnTo>
                  <a:lnTo>
                    <a:pt x="37" y="143"/>
                  </a:lnTo>
                  <a:lnTo>
                    <a:pt x="66" y="114"/>
                  </a:lnTo>
                  <a:lnTo>
                    <a:pt x="180" y="0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4625" rIns="90000" bIns="44625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37"/>
            <p:cNvSpPr/>
            <p:nvPr/>
          </p:nvSpPr>
          <p:spPr>
            <a:xfrm>
              <a:off x="2345182" y="3775814"/>
              <a:ext cx="26552" cy="62818"/>
            </a:xfrm>
            <a:custGeom>
              <a:avLst/>
              <a:gdLst/>
              <a:ahLst/>
              <a:cxnLst/>
              <a:rect l="l" t="t" r="r" b="b"/>
              <a:pathLst>
                <a:path w="42" h="98" extrusionOk="0">
                  <a:moveTo>
                    <a:pt x="18" y="0"/>
                  </a:moveTo>
                  <a:lnTo>
                    <a:pt x="42" y="24"/>
                  </a:lnTo>
                  <a:lnTo>
                    <a:pt x="42" y="74"/>
                  </a:lnTo>
                  <a:lnTo>
                    <a:pt x="18" y="98"/>
                  </a:lnTo>
                  <a:cubicBezTo>
                    <a:pt x="8" y="85"/>
                    <a:pt x="0" y="66"/>
                    <a:pt x="0" y="48"/>
                  </a:cubicBezTo>
                  <a:cubicBezTo>
                    <a:pt x="2" y="32"/>
                    <a:pt x="8" y="14"/>
                    <a:pt x="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37"/>
            <p:cNvSpPr/>
            <p:nvPr/>
          </p:nvSpPr>
          <p:spPr>
            <a:xfrm>
              <a:off x="2365258" y="3757034"/>
              <a:ext cx="62818" cy="27199"/>
            </a:xfrm>
            <a:custGeom>
              <a:avLst/>
              <a:gdLst/>
              <a:ahLst/>
              <a:cxnLst/>
              <a:rect l="l" t="t" r="r" b="b"/>
              <a:pathLst>
                <a:path w="98" h="43" extrusionOk="0">
                  <a:moveTo>
                    <a:pt x="98" y="19"/>
                  </a:moveTo>
                  <a:lnTo>
                    <a:pt x="74" y="43"/>
                  </a:lnTo>
                  <a:lnTo>
                    <a:pt x="24" y="43"/>
                  </a:lnTo>
                  <a:lnTo>
                    <a:pt x="0" y="19"/>
                  </a:lnTo>
                  <a:cubicBezTo>
                    <a:pt x="14" y="8"/>
                    <a:pt x="33" y="0"/>
                    <a:pt x="51" y="0"/>
                  </a:cubicBezTo>
                  <a:cubicBezTo>
                    <a:pt x="70" y="0"/>
                    <a:pt x="85" y="8"/>
                    <a:pt x="98" y="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37"/>
            <p:cNvSpPr/>
            <p:nvPr/>
          </p:nvSpPr>
          <p:spPr>
            <a:xfrm>
              <a:off x="2363963" y="3832803"/>
              <a:ext cx="64113" cy="26552"/>
            </a:xfrm>
            <a:custGeom>
              <a:avLst/>
              <a:gdLst/>
              <a:ahLst/>
              <a:cxnLst/>
              <a:rect l="l" t="t" r="r" b="b"/>
              <a:pathLst>
                <a:path w="100" h="42" extrusionOk="0">
                  <a:moveTo>
                    <a:pt x="76" y="0"/>
                  </a:moveTo>
                  <a:lnTo>
                    <a:pt x="100" y="23"/>
                  </a:lnTo>
                  <a:cubicBezTo>
                    <a:pt x="87" y="34"/>
                    <a:pt x="69" y="42"/>
                    <a:pt x="50" y="42"/>
                  </a:cubicBezTo>
                  <a:cubicBezTo>
                    <a:pt x="32" y="42"/>
                    <a:pt x="13" y="37"/>
                    <a:pt x="0" y="23"/>
                  </a:cubicBezTo>
                  <a:lnTo>
                    <a:pt x="24" y="0"/>
                  </a:lnTo>
                  <a:lnTo>
                    <a:pt x="7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37"/>
            <p:cNvSpPr/>
            <p:nvPr/>
          </p:nvSpPr>
          <p:spPr>
            <a:xfrm>
              <a:off x="2420304" y="3775814"/>
              <a:ext cx="26552" cy="64760"/>
            </a:xfrm>
            <a:custGeom>
              <a:avLst/>
              <a:gdLst/>
              <a:ahLst/>
              <a:cxnLst/>
              <a:rect l="l" t="t" r="r" b="b"/>
              <a:pathLst>
                <a:path w="42" h="101" extrusionOk="0">
                  <a:moveTo>
                    <a:pt x="42" y="51"/>
                  </a:moveTo>
                  <a:cubicBezTo>
                    <a:pt x="42" y="69"/>
                    <a:pt x="37" y="88"/>
                    <a:pt x="24" y="101"/>
                  </a:cubicBezTo>
                  <a:lnTo>
                    <a:pt x="0" y="77"/>
                  </a:lnTo>
                  <a:lnTo>
                    <a:pt x="0" y="24"/>
                  </a:lnTo>
                  <a:lnTo>
                    <a:pt x="24" y="0"/>
                  </a:lnTo>
                  <a:cubicBezTo>
                    <a:pt x="37" y="14"/>
                    <a:pt x="42" y="32"/>
                    <a:pt x="42" y="5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37"/>
            <p:cNvSpPr/>
            <p:nvPr/>
          </p:nvSpPr>
          <p:spPr>
            <a:xfrm>
              <a:off x="2480531" y="3775814"/>
              <a:ext cx="26552" cy="62818"/>
            </a:xfrm>
            <a:custGeom>
              <a:avLst/>
              <a:gdLst/>
              <a:ahLst/>
              <a:cxnLst/>
              <a:rect l="l" t="t" r="r" b="b"/>
              <a:pathLst>
                <a:path w="42" h="98" extrusionOk="0">
                  <a:moveTo>
                    <a:pt x="18" y="0"/>
                  </a:moveTo>
                  <a:lnTo>
                    <a:pt x="42" y="24"/>
                  </a:lnTo>
                  <a:lnTo>
                    <a:pt x="42" y="74"/>
                  </a:lnTo>
                  <a:lnTo>
                    <a:pt x="18" y="98"/>
                  </a:lnTo>
                  <a:cubicBezTo>
                    <a:pt x="8" y="85"/>
                    <a:pt x="0" y="66"/>
                    <a:pt x="0" y="48"/>
                  </a:cubicBezTo>
                  <a:cubicBezTo>
                    <a:pt x="0" y="32"/>
                    <a:pt x="8" y="14"/>
                    <a:pt x="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37"/>
            <p:cNvSpPr/>
            <p:nvPr/>
          </p:nvSpPr>
          <p:spPr>
            <a:xfrm>
              <a:off x="2500607" y="3757034"/>
              <a:ext cx="62818" cy="27199"/>
            </a:xfrm>
            <a:custGeom>
              <a:avLst/>
              <a:gdLst/>
              <a:ahLst/>
              <a:cxnLst/>
              <a:rect l="l" t="t" r="r" b="b"/>
              <a:pathLst>
                <a:path w="98" h="43" extrusionOk="0">
                  <a:moveTo>
                    <a:pt x="98" y="19"/>
                  </a:moveTo>
                  <a:lnTo>
                    <a:pt x="75" y="43"/>
                  </a:lnTo>
                  <a:lnTo>
                    <a:pt x="24" y="43"/>
                  </a:lnTo>
                  <a:lnTo>
                    <a:pt x="0" y="19"/>
                  </a:lnTo>
                  <a:cubicBezTo>
                    <a:pt x="14" y="8"/>
                    <a:pt x="32" y="0"/>
                    <a:pt x="51" y="0"/>
                  </a:cubicBezTo>
                  <a:cubicBezTo>
                    <a:pt x="67" y="0"/>
                    <a:pt x="85" y="8"/>
                    <a:pt x="98" y="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37"/>
            <p:cNvSpPr/>
            <p:nvPr/>
          </p:nvSpPr>
          <p:spPr>
            <a:xfrm>
              <a:off x="2499312" y="3832803"/>
              <a:ext cx="64113" cy="26552"/>
            </a:xfrm>
            <a:custGeom>
              <a:avLst/>
              <a:gdLst/>
              <a:ahLst/>
              <a:cxnLst/>
              <a:rect l="l" t="t" r="r" b="b"/>
              <a:pathLst>
                <a:path w="100" h="42" extrusionOk="0">
                  <a:moveTo>
                    <a:pt x="77" y="0"/>
                  </a:moveTo>
                  <a:lnTo>
                    <a:pt x="100" y="23"/>
                  </a:lnTo>
                  <a:cubicBezTo>
                    <a:pt x="87" y="34"/>
                    <a:pt x="69" y="42"/>
                    <a:pt x="50" y="42"/>
                  </a:cubicBezTo>
                  <a:cubicBezTo>
                    <a:pt x="32" y="42"/>
                    <a:pt x="13" y="37"/>
                    <a:pt x="0" y="23"/>
                  </a:cubicBezTo>
                  <a:lnTo>
                    <a:pt x="24" y="0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p37"/>
            <p:cNvSpPr/>
            <p:nvPr/>
          </p:nvSpPr>
          <p:spPr>
            <a:xfrm>
              <a:off x="2555654" y="3775814"/>
              <a:ext cx="26552" cy="64760"/>
            </a:xfrm>
            <a:custGeom>
              <a:avLst/>
              <a:gdLst/>
              <a:ahLst/>
              <a:cxnLst/>
              <a:rect l="l" t="t" r="r" b="b"/>
              <a:pathLst>
                <a:path w="42" h="101" extrusionOk="0">
                  <a:moveTo>
                    <a:pt x="42" y="51"/>
                  </a:moveTo>
                  <a:cubicBezTo>
                    <a:pt x="42" y="69"/>
                    <a:pt x="37" y="88"/>
                    <a:pt x="24" y="101"/>
                  </a:cubicBezTo>
                  <a:lnTo>
                    <a:pt x="0" y="77"/>
                  </a:lnTo>
                  <a:lnTo>
                    <a:pt x="0" y="24"/>
                  </a:lnTo>
                  <a:lnTo>
                    <a:pt x="24" y="0"/>
                  </a:lnTo>
                  <a:cubicBezTo>
                    <a:pt x="37" y="14"/>
                    <a:pt x="42" y="32"/>
                    <a:pt x="42" y="5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37"/>
            <p:cNvSpPr/>
            <p:nvPr/>
          </p:nvSpPr>
          <p:spPr>
            <a:xfrm>
              <a:off x="2195586" y="3679969"/>
              <a:ext cx="1649441" cy="45980"/>
            </a:xfrm>
            <a:custGeom>
              <a:avLst/>
              <a:gdLst/>
              <a:ahLst/>
              <a:cxnLst/>
              <a:rect l="l" t="t" r="r" b="b"/>
              <a:pathLst>
                <a:path w="2548" h="72" extrusionOk="0">
                  <a:moveTo>
                    <a:pt x="0" y="0"/>
                  </a:moveTo>
                  <a:lnTo>
                    <a:pt x="2548" y="0"/>
                  </a:lnTo>
                  <a:lnTo>
                    <a:pt x="2548" y="72"/>
                  </a:lnTo>
                  <a:lnTo>
                    <a:pt x="0" y="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37"/>
            <p:cNvSpPr/>
            <p:nvPr/>
          </p:nvSpPr>
          <p:spPr>
            <a:xfrm>
              <a:off x="2127588" y="4483645"/>
              <a:ext cx="1801624" cy="47275"/>
            </a:xfrm>
            <a:custGeom>
              <a:avLst/>
              <a:gdLst/>
              <a:ahLst/>
              <a:cxnLst/>
              <a:rect l="l" t="t" r="r" b="b"/>
              <a:pathLst>
                <a:path w="2783" h="74" extrusionOk="0">
                  <a:moveTo>
                    <a:pt x="0" y="0"/>
                  </a:moveTo>
                  <a:lnTo>
                    <a:pt x="2783" y="0"/>
                  </a:lnTo>
                  <a:lnTo>
                    <a:pt x="2783" y="74"/>
                  </a:lnTo>
                  <a:lnTo>
                    <a:pt x="0" y="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37"/>
            <p:cNvSpPr/>
            <p:nvPr/>
          </p:nvSpPr>
          <p:spPr>
            <a:xfrm>
              <a:off x="2411886" y="3499935"/>
              <a:ext cx="317973" cy="49218"/>
            </a:xfrm>
            <a:custGeom>
              <a:avLst/>
              <a:gdLst/>
              <a:ahLst/>
              <a:cxnLst/>
              <a:rect l="l" t="t" r="r" b="b"/>
              <a:pathLst>
                <a:path w="492" h="77" extrusionOk="0">
                  <a:moveTo>
                    <a:pt x="0" y="0"/>
                  </a:moveTo>
                  <a:lnTo>
                    <a:pt x="492" y="0"/>
                  </a:lnTo>
                  <a:lnTo>
                    <a:pt x="492" y="77"/>
                  </a:lnTo>
                  <a:lnTo>
                    <a:pt x="0" y="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p37"/>
            <p:cNvSpPr/>
            <p:nvPr/>
          </p:nvSpPr>
          <p:spPr>
            <a:xfrm>
              <a:off x="2886579" y="4077598"/>
              <a:ext cx="422236" cy="513551"/>
            </a:xfrm>
            <a:custGeom>
              <a:avLst/>
              <a:gdLst/>
              <a:ahLst/>
              <a:cxnLst/>
              <a:rect l="l" t="t" r="r" b="b"/>
              <a:pathLst>
                <a:path w="653" h="794" extrusionOk="0">
                  <a:moveTo>
                    <a:pt x="653" y="794"/>
                  </a:moveTo>
                  <a:lnTo>
                    <a:pt x="558" y="794"/>
                  </a:lnTo>
                  <a:lnTo>
                    <a:pt x="558" y="468"/>
                  </a:lnTo>
                  <a:cubicBezTo>
                    <a:pt x="558" y="262"/>
                    <a:pt x="391" y="95"/>
                    <a:pt x="185" y="95"/>
                  </a:cubicBezTo>
                  <a:lnTo>
                    <a:pt x="0" y="95"/>
                  </a:lnTo>
                  <a:lnTo>
                    <a:pt x="0" y="0"/>
                  </a:lnTo>
                  <a:lnTo>
                    <a:pt x="185" y="0"/>
                  </a:lnTo>
                  <a:cubicBezTo>
                    <a:pt x="444" y="0"/>
                    <a:pt x="653" y="209"/>
                    <a:pt x="653" y="468"/>
                  </a:cubicBezTo>
                  <a:lnTo>
                    <a:pt x="653" y="794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37"/>
            <p:cNvSpPr/>
            <p:nvPr/>
          </p:nvSpPr>
          <p:spPr>
            <a:xfrm>
              <a:off x="2884636" y="4077598"/>
              <a:ext cx="424179" cy="508371"/>
            </a:xfrm>
            <a:custGeom>
              <a:avLst/>
              <a:gdLst/>
              <a:ahLst/>
              <a:cxnLst/>
              <a:rect l="l" t="t" r="r" b="b"/>
              <a:pathLst>
                <a:path w="656" h="786" extrusionOk="0">
                  <a:moveTo>
                    <a:pt x="656" y="786"/>
                  </a:moveTo>
                  <a:lnTo>
                    <a:pt x="561" y="786"/>
                  </a:lnTo>
                  <a:lnTo>
                    <a:pt x="561" y="775"/>
                  </a:lnTo>
                  <a:lnTo>
                    <a:pt x="656" y="775"/>
                  </a:lnTo>
                  <a:lnTo>
                    <a:pt x="656" y="786"/>
                  </a:lnTo>
                  <a:moveTo>
                    <a:pt x="656" y="738"/>
                  </a:moveTo>
                  <a:lnTo>
                    <a:pt x="561" y="738"/>
                  </a:lnTo>
                  <a:lnTo>
                    <a:pt x="561" y="725"/>
                  </a:lnTo>
                  <a:lnTo>
                    <a:pt x="656" y="725"/>
                  </a:lnTo>
                  <a:lnTo>
                    <a:pt x="656" y="738"/>
                  </a:lnTo>
                  <a:moveTo>
                    <a:pt x="656" y="691"/>
                  </a:moveTo>
                  <a:lnTo>
                    <a:pt x="561" y="691"/>
                  </a:lnTo>
                  <a:lnTo>
                    <a:pt x="561" y="677"/>
                  </a:lnTo>
                  <a:lnTo>
                    <a:pt x="656" y="677"/>
                  </a:lnTo>
                  <a:lnTo>
                    <a:pt x="656" y="691"/>
                  </a:lnTo>
                  <a:moveTo>
                    <a:pt x="656" y="643"/>
                  </a:moveTo>
                  <a:lnTo>
                    <a:pt x="561" y="643"/>
                  </a:lnTo>
                  <a:lnTo>
                    <a:pt x="561" y="630"/>
                  </a:lnTo>
                  <a:lnTo>
                    <a:pt x="656" y="630"/>
                  </a:lnTo>
                  <a:lnTo>
                    <a:pt x="656" y="643"/>
                  </a:lnTo>
                  <a:moveTo>
                    <a:pt x="656" y="595"/>
                  </a:moveTo>
                  <a:lnTo>
                    <a:pt x="561" y="595"/>
                  </a:lnTo>
                  <a:lnTo>
                    <a:pt x="561" y="582"/>
                  </a:lnTo>
                  <a:lnTo>
                    <a:pt x="656" y="582"/>
                  </a:lnTo>
                  <a:lnTo>
                    <a:pt x="656" y="595"/>
                  </a:lnTo>
                  <a:moveTo>
                    <a:pt x="656" y="548"/>
                  </a:moveTo>
                  <a:lnTo>
                    <a:pt x="561" y="548"/>
                  </a:lnTo>
                  <a:lnTo>
                    <a:pt x="561" y="534"/>
                  </a:lnTo>
                  <a:lnTo>
                    <a:pt x="656" y="534"/>
                  </a:lnTo>
                  <a:lnTo>
                    <a:pt x="656" y="548"/>
                  </a:lnTo>
                  <a:moveTo>
                    <a:pt x="656" y="497"/>
                  </a:moveTo>
                  <a:lnTo>
                    <a:pt x="561" y="497"/>
                  </a:lnTo>
                  <a:lnTo>
                    <a:pt x="561" y="484"/>
                  </a:lnTo>
                  <a:lnTo>
                    <a:pt x="656" y="484"/>
                  </a:lnTo>
                  <a:lnTo>
                    <a:pt x="656" y="497"/>
                  </a:lnTo>
                  <a:moveTo>
                    <a:pt x="561" y="452"/>
                  </a:moveTo>
                  <a:cubicBezTo>
                    <a:pt x="561" y="450"/>
                    <a:pt x="561" y="444"/>
                    <a:pt x="561" y="442"/>
                  </a:cubicBezTo>
                  <a:lnTo>
                    <a:pt x="656" y="437"/>
                  </a:lnTo>
                  <a:cubicBezTo>
                    <a:pt x="656" y="442"/>
                    <a:pt x="656" y="444"/>
                    <a:pt x="656" y="450"/>
                  </a:cubicBezTo>
                  <a:lnTo>
                    <a:pt x="561" y="452"/>
                  </a:lnTo>
                  <a:moveTo>
                    <a:pt x="556" y="410"/>
                  </a:moveTo>
                  <a:cubicBezTo>
                    <a:pt x="556" y="407"/>
                    <a:pt x="556" y="402"/>
                    <a:pt x="553" y="399"/>
                  </a:cubicBezTo>
                  <a:lnTo>
                    <a:pt x="648" y="381"/>
                  </a:lnTo>
                  <a:cubicBezTo>
                    <a:pt x="648" y="386"/>
                    <a:pt x="651" y="389"/>
                    <a:pt x="651" y="394"/>
                  </a:cubicBezTo>
                  <a:lnTo>
                    <a:pt x="556" y="410"/>
                  </a:lnTo>
                  <a:moveTo>
                    <a:pt x="548" y="368"/>
                  </a:moveTo>
                  <a:cubicBezTo>
                    <a:pt x="548" y="365"/>
                    <a:pt x="545" y="360"/>
                    <a:pt x="545" y="357"/>
                  </a:cubicBezTo>
                  <a:lnTo>
                    <a:pt x="638" y="328"/>
                  </a:lnTo>
                  <a:cubicBezTo>
                    <a:pt x="638" y="333"/>
                    <a:pt x="640" y="336"/>
                    <a:pt x="640" y="341"/>
                  </a:cubicBezTo>
                  <a:lnTo>
                    <a:pt x="548" y="368"/>
                  </a:lnTo>
                  <a:moveTo>
                    <a:pt x="534" y="328"/>
                  </a:moveTo>
                  <a:cubicBezTo>
                    <a:pt x="532" y="325"/>
                    <a:pt x="532" y="323"/>
                    <a:pt x="529" y="317"/>
                  </a:cubicBezTo>
                  <a:lnTo>
                    <a:pt x="617" y="278"/>
                  </a:lnTo>
                  <a:cubicBezTo>
                    <a:pt x="619" y="283"/>
                    <a:pt x="619" y="286"/>
                    <a:pt x="622" y="291"/>
                  </a:cubicBezTo>
                  <a:lnTo>
                    <a:pt x="534" y="328"/>
                  </a:lnTo>
                  <a:moveTo>
                    <a:pt x="516" y="288"/>
                  </a:moveTo>
                  <a:cubicBezTo>
                    <a:pt x="513" y="286"/>
                    <a:pt x="513" y="283"/>
                    <a:pt x="511" y="278"/>
                  </a:cubicBezTo>
                  <a:lnTo>
                    <a:pt x="593" y="230"/>
                  </a:lnTo>
                  <a:cubicBezTo>
                    <a:pt x="595" y="233"/>
                    <a:pt x="598" y="238"/>
                    <a:pt x="598" y="241"/>
                  </a:cubicBezTo>
                  <a:lnTo>
                    <a:pt x="516" y="288"/>
                  </a:lnTo>
                  <a:moveTo>
                    <a:pt x="492" y="254"/>
                  </a:moveTo>
                  <a:cubicBezTo>
                    <a:pt x="490" y="251"/>
                    <a:pt x="487" y="249"/>
                    <a:pt x="487" y="246"/>
                  </a:cubicBezTo>
                  <a:lnTo>
                    <a:pt x="564" y="188"/>
                  </a:lnTo>
                  <a:cubicBezTo>
                    <a:pt x="566" y="190"/>
                    <a:pt x="569" y="196"/>
                    <a:pt x="572" y="198"/>
                  </a:cubicBezTo>
                  <a:lnTo>
                    <a:pt x="492" y="254"/>
                  </a:lnTo>
                  <a:moveTo>
                    <a:pt x="466" y="220"/>
                  </a:moveTo>
                  <a:cubicBezTo>
                    <a:pt x="463" y="217"/>
                    <a:pt x="460" y="214"/>
                    <a:pt x="458" y="212"/>
                  </a:cubicBezTo>
                  <a:lnTo>
                    <a:pt x="527" y="146"/>
                  </a:lnTo>
                  <a:cubicBezTo>
                    <a:pt x="529" y="148"/>
                    <a:pt x="532" y="151"/>
                    <a:pt x="534" y="156"/>
                  </a:cubicBezTo>
                  <a:lnTo>
                    <a:pt x="466" y="220"/>
                  </a:lnTo>
                  <a:moveTo>
                    <a:pt x="437" y="190"/>
                  </a:moveTo>
                  <a:cubicBezTo>
                    <a:pt x="434" y="188"/>
                    <a:pt x="431" y="185"/>
                    <a:pt x="429" y="183"/>
                  </a:cubicBezTo>
                  <a:lnTo>
                    <a:pt x="490" y="108"/>
                  </a:lnTo>
                  <a:cubicBezTo>
                    <a:pt x="492" y="111"/>
                    <a:pt x="497" y="114"/>
                    <a:pt x="500" y="116"/>
                  </a:cubicBezTo>
                  <a:lnTo>
                    <a:pt x="437" y="190"/>
                  </a:lnTo>
                  <a:moveTo>
                    <a:pt x="402" y="164"/>
                  </a:moveTo>
                  <a:cubicBezTo>
                    <a:pt x="400" y="161"/>
                    <a:pt x="397" y="159"/>
                    <a:pt x="394" y="159"/>
                  </a:cubicBezTo>
                  <a:lnTo>
                    <a:pt x="447" y="79"/>
                  </a:lnTo>
                  <a:cubicBezTo>
                    <a:pt x="450" y="82"/>
                    <a:pt x="455" y="85"/>
                    <a:pt x="458" y="87"/>
                  </a:cubicBezTo>
                  <a:lnTo>
                    <a:pt x="402" y="164"/>
                  </a:lnTo>
                  <a:moveTo>
                    <a:pt x="368" y="140"/>
                  </a:moveTo>
                  <a:cubicBezTo>
                    <a:pt x="365" y="138"/>
                    <a:pt x="363" y="138"/>
                    <a:pt x="357" y="135"/>
                  </a:cubicBezTo>
                  <a:lnTo>
                    <a:pt x="402" y="50"/>
                  </a:lnTo>
                  <a:cubicBezTo>
                    <a:pt x="407" y="53"/>
                    <a:pt x="410" y="56"/>
                    <a:pt x="415" y="56"/>
                  </a:cubicBezTo>
                  <a:lnTo>
                    <a:pt x="368" y="140"/>
                  </a:lnTo>
                  <a:moveTo>
                    <a:pt x="328" y="122"/>
                  </a:moveTo>
                  <a:cubicBezTo>
                    <a:pt x="325" y="119"/>
                    <a:pt x="323" y="119"/>
                    <a:pt x="318" y="119"/>
                  </a:cubicBezTo>
                  <a:lnTo>
                    <a:pt x="352" y="29"/>
                  </a:lnTo>
                  <a:cubicBezTo>
                    <a:pt x="357" y="32"/>
                    <a:pt x="360" y="32"/>
                    <a:pt x="365" y="34"/>
                  </a:cubicBezTo>
                  <a:lnTo>
                    <a:pt x="328" y="122"/>
                  </a:lnTo>
                  <a:moveTo>
                    <a:pt x="288" y="108"/>
                  </a:moveTo>
                  <a:cubicBezTo>
                    <a:pt x="286" y="108"/>
                    <a:pt x="281" y="106"/>
                    <a:pt x="278" y="106"/>
                  </a:cubicBezTo>
                  <a:lnTo>
                    <a:pt x="302" y="13"/>
                  </a:lnTo>
                  <a:cubicBezTo>
                    <a:pt x="307" y="13"/>
                    <a:pt x="310" y="16"/>
                    <a:pt x="315" y="16"/>
                  </a:cubicBezTo>
                  <a:lnTo>
                    <a:pt x="288" y="108"/>
                  </a:lnTo>
                  <a:moveTo>
                    <a:pt x="246" y="101"/>
                  </a:moveTo>
                  <a:cubicBezTo>
                    <a:pt x="243" y="101"/>
                    <a:pt x="238" y="101"/>
                    <a:pt x="236" y="98"/>
                  </a:cubicBezTo>
                  <a:lnTo>
                    <a:pt x="249" y="3"/>
                  </a:lnTo>
                  <a:cubicBezTo>
                    <a:pt x="254" y="3"/>
                    <a:pt x="257" y="3"/>
                    <a:pt x="262" y="5"/>
                  </a:cubicBezTo>
                  <a:lnTo>
                    <a:pt x="246" y="101"/>
                  </a:lnTo>
                  <a:moveTo>
                    <a:pt x="204" y="95"/>
                  </a:moveTo>
                  <a:cubicBezTo>
                    <a:pt x="201" y="95"/>
                    <a:pt x="196" y="95"/>
                    <a:pt x="193" y="95"/>
                  </a:cubicBezTo>
                  <a:lnTo>
                    <a:pt x="196" y="0"/>
                  </a:lnTo>
                  <a:cubicBezTo>
                    <a:pt x="201" y="0"/>
                    <a:pt x="204" y="0"/>
                    <a:pt x="209" y="0"/>
                  </a:cubicBezTo>
                  <a:lnTo>
                    <a:pt x="204" y="95"/>
                  </a:lnTo>
                  <a:moveTo>
                    <a:pt x="159" y="95"/>
                  </a:moveTo>
                  <a:lnTo>
                    <a:pt x="146" y="95"/>
                  </a:lnTo>
                  <a:lnTo>
                    <a:pt x="146" y="0"/>
                  </a:lnTo>
                  <a:lnTo>
                    <a:pt x="159" y="0"/>
                  </a:lnTo>
                  <a:lnTo>
                    <a:pt x="159" y="95"/>
                  </a:lnTo>
                  <a:moveTo>
                    <a:pt x="111" y="95"/>
                  </a:moveTo>
                  <a:lnTo>
                    <a:pt x="98" y="95"/>
                  </a:lnTo>
                  <a:lnTo>
                    <a:pt x="98" y="0"/>
                  </a:lnTo>
                  <a:lnTo>
                    <a:pt x="111" y="0"/>
                  </a:lnTo>
                  <a:lnTo>
                    <a:pt x="111" y="95"/>
                  </a:lnTo>
                  <a:moveTo>
                    <a:pt x="61" y="95"/>
                  </a:moveTo>
                  <a:lnTo>
                    <a:pt x="48" y="95"/>
                  </a:lnTo>
                  <a:lnTo>
                    <a:pt x="48" y="0"/>
                  </a:lnTo>
                  <a:lnTo>
                    <a:pt x="61" y="0"/>
                  </a:lnTo>
                  <a:lnTo>
                    <a:pt x="61" y="95"/>
                  </a:lnTo>
                  <a:moveTo>
                    <a:pt x="13" y="95"/>
                  </a:moveTo>
                  <a:lnTo>
                    <a:pt x="0" y="95"/>
                  </a:lnTo>
                  <a:lnTo>
                    <a:pt x="0" y="0"/>
                  </a:lnTo>
                  <a:lnTo>
                    <a:pt x="13" y="0"/>
                  </a:lnTo>
                  <a:lnTo>
                    <a:pt x="13" y="9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37"/>
            <p:cNvSpPr/>
            <p:nvPr/>
          </p:nvSpPr>
          <p:spPr>
            <a:xfrm>
              <a:off x="2762887" y="4202585"/>
              <a:ext cx="412523" cy="388562"/>
            </a:xfrm>
            <a:custGeom>
              <a:avLst/>
              <a:gdLst/>
              <a:ahLst/>
              <a:cxnLst/>
              <a:rect l="l" t="t" r="r" b="b"/>
              <a:pathLst>
                <a:path w="638" h="601" extrusionOk="0">
                  <a:moveTo>
                    <a:pt x="638" y="601"/>
                  </a:moveTo>
                  <a:lnTo>
                    <a:pt x="543" y="601"/>
                  </a:lnTo>
                  <a:lnTo>
                    <a:pt x="543" y="270"/>
                  </a:lnTo>
                  <a:cubicBezTo>
                    <a:pt x="543" y="175"/>
                    <a:pt x="466" y="98"/>
                    <a:pt x="371" y="98"/>
                  </a:cubicBezTo>
                  <a:lnTo>
                    <a:pt x="0" y="98"/>
                  </a:lnTo>
                  <a:lnTo>
                    <a:pt x="0" y="0"/>
                  </a:lnTo>
                  <a:lnTo>
                    <a:pt x="371" y="0"/>
                  </a:lnTo>
                  <a:cubicBezTo>
                    <a:pt x="519" y="0"/>
                    <a:pt x="638" y="119"/>
                    <a:pt x="638" y="267"/>
                  </a:cubicBezTo>
                  <a:lnTo>
                    <a:pt x="638" y="60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37"/>
            <p:cNvSpPr/>
            <p:nvPr/>
          </p:nvSpPr>
          <p:spPr>
            <a:xfrm>
              <a:off x="2761591" y="4202585"/>
              <a:ext cx="413821" cy="371077"/>
            </a:xfrm>
            <a:custGeom>
              <a:avLst/>
              <a:gdLst/>
              <a:ahLst/>
              <a:cxnLst/>
              <a:rect l="l" t="t" r="r" b="b"/>
              <a:pathLst>
                <a:path w="640" h="574" extrusionOk="0">
                  <a:moveTo>
                    <a:pt x="640" y="574"/>
                  </a:moveTo>
                  <a:lnTo>
                    <a:pt x="545" y="574"/>
                  </a:lnTo>
                  <a:lnTo>
                    <a:pt x="545" y="561"/>
                  </a:lnTo>
                  <a:lnTo>
                    <a:pt x="640" y="561"/>
                  </a:lnTo>
                  <a:lnTo>
                    <a:pt x="640" y="574"/>
                  </a:lnTo>
                  <a:moveTo>
                    <a:pt x="640" y="527"/>
                  </a:moveTo>
                  <a:lnTo>
                    <a:pt x="545" y="527"/>
                  </a:lnTo>
                  <a:lnTo>
                    <a:pt x="545" y="513"/>
                  </a:lnTo>
                  <a:lnTo>
                    <a:pt x="640" y="513"/>
                  </a:lnTo>
                  <a:lnTo>
                    <a:pt x="640" y="527"/>
                  </a:lnTo>
                  <a:moveTo>
                    <a:pt x="640" y="479"/>
                  </a:moveTo>
                  <a:lnTo>
                    <a:pt x="545" y="479"/>
                  </a:lnTo>
                  <a:lnTo>
                    <a:pt x="545" y="466"/>
                  </a:lnTo>
                  <a:lnTo>
                    <a:pt x="640" y="466"/>
                  </a:lnTo>
                  <a:lnTo>
                    <a:pt x="640" y="479"/>
                  </a:lnTo>
                  <a:moveTo>
                    <a:pt x="640" y="431"/>
                  </a:moveTo>
                  <a:lnTo>
                    <a:pt x="545" y="431"/>
                  </a:lnTo>
                  <a:lnTo>
                    <a:pt x="545" y="418"/>
                  </a:lnTo>
                  <a:lnTo>
                    <a:pt x="640" y="418"/>
                  </a:lnTo>
                  <a:lnTo>
                    <a:pt x="640" y="431"/>
                  </a:lnTo>
                  <a:moveTo>
                    <a:pt x="640" y="384"/>
                  </a:moveTo>
                  <a:lnTo>
                    <a:pt x="545" y="384"/>
                  </a:lnTo>
                  <a:lnTo>
                    <a:pt x="545" y="371"/>
                  </a:lnTo>
                  <a:lnTo>
                    <a:pt x="640" y="371"/>
                  </a:lnTo>
                  <a:lnTo>
                    <a:pt x="640" y="384"/>
                  </a:lnTo>
                  <a:moveTo>
                    <a:pt x="640" y="336"/>
                  </a:moveTo>
                  <a:lnTo>
                    <a:pt x="545" y="336"/>
                  </a:lnTo>
                  <a:lnTo>
                    <a:pt x="545" y="323"/>
                  </a:lnTo>
                  <a:lnTo>
                    <a:pt x="640" y="323"/>
                  </a:lnTo>
                  <a:lnTo>
                    <a:pt x="640" y="336"/>
                  </a:lnTo>
                  <a:moveTo>
                    <a:pt x="640" y="286"/>
                  </a:moveTo>
                  <a:lnTo>
                    <a:pt x="545" y="286"/>
                  </a:lnTo>
                  <a:lnTo>
                    <a:pt x="545" y="273"/>
                  </a:lnTo>
                  <a:lnTo>
                    <a:pt x="640" y="273"/>
                  </a:lnTo>
                  <a:lnTo>
                    <a:pt x="640" y="286"/>
                  </a:lnTo>
                  <a:moveTo>
                    <a:pt x="542" y="246"/>
                  </a:moveTo>
                  <a:cubicBezTo>
                    <a:pt x="542" y="244"/>
                    <a:pt x="542" y="241"/>
                    <a:pt x="539" y="236"/>
                  </a:cubicBezTo>
                  <a:lnTo>
                    <a:pt x="635" y="217"/>
                  </a:lnTo>
                  <a:cubicBezTo>
                    <a:pt x="635" y="222"/>
                    <a:pt x="637" y="228"/>
                    <a:pt x="637" y="230"/>
                  </a:cubicBezTo>
                  <a:lnTo>
                    <a:pt x="542" y="246"/>
                  </a:lnTo>
                  <a:moveTo>
                    <a:pt x="534" y="209"/>
                  </a:moveTo>
                  <a:cubicBezTo>
                    <a:pt x="534" y="206"/>
                    <a:pt x="531" y="204"/>
                    <a:pt x="531" y="201"/>
                  </a:cubicBezTo>
                  <a:lnTo>
                    <a:pt x="619" y="162"/>
                  </a:lnTo>
                  <a:cubicBezTo>
                    <a:pt x="621" y="167"/>
                    <a:pt x="621" y="169"/>
                    <a:pt x="624" y="175"/>
                  </a:cubicBezTo>
                  <a:lnTo>
                    <a:pt x="534" y="209"/>
                  </a:lnTo>
                  <a:moveTo>
                    <a:pt x="515" y="175"/>
                  </a:moveTo>
                  <a:cubicBezTo>
                    <a:pt x="513" y="172"/>
                    <a:pt x="513" y="169"/>
                    <a:pt x="510" y="167"/>
                  </a:cubicBezTo>
                  <a:lnTo>
                    <a:pt x="587" y="111"/>
                  </a:lnTo>
                  <a:cubicBezTo>
                    <a:pt x="590" y="114"/>
                    <a:pt x="592" y="119"/>
                    <a:pt x="595" y="124"/>
                  </a:cubicBezTo>
                  <a:lnTo>
                    <a:pt x="515" y="175"/>
                  </a:lnTo>
                  <a:moveTo>
                    <a:pt x="492" y="146"/>
                  </a:moveTo>
                  <a:cubicBezTo>
                    <a:pt x="489" y="143"/>
                    <a:pt x="486" y="140"/>
                    <a:pt x="484" y="140"/>
                  </a:cubicBezTo>
                  <a:lnTo>
                    <a:pt x="547" y="69"/>
                  </a:lnTo>
                  <a:cubicBezTo>
                    <a:pt x="550" y="72"/>
                    <a:pt x="555" y="74"/>
                    <a:pt x="558" y="80"/>
                  </a:cubicBezTo>
                  <a:lnTo>
                    <a:pt x="492" y="146"/>
                  </a:lnTo>
                  <a:moveTo>
                    <a:pt x="463" y="124"/>
                  </a:moveTo>
                  <a:cubicBezTo>
                    <a:pt x="460" y="122"/>
                    <a:pt x="457" y="122"/>
                    <a:pt x="455" y="119"/>
                  </a:cubicBezTo>
                  <a:lnTo>
                    <a:pt x="502" y="35"/>
                  </a:lnTo>
                  <a:cubicBezTo>
                    <a:pt x="508" y="37"/>
                    <a:pt x="510" y="40"/>
                    <a:pt x="515" y="42"/>
                  </a:cubicBezTo>
                  <a:lnTo>
                    <a:pt x="463" y="124"/>
                  </a:lnTo>
                  <a:moveTo>
                    <a:pt x="431" y="106"/>
                  </a:moveTo>
                  <a:cubicBezTo>
                    <a:pt x="428" y="106"/>
                    <a:pt x="426" y="103"/>
                    <a:pt x="423" y="103"/>
                  </a:cubicBezTo>
                  <a:lnTo>
                    <a:pt x="449" y="11"/>
                  </a:lnTo>
                  <a:cubicBezTo>
                    <a:pt x="455" y="13"/>
                    <a:pt x="460" y="13"/>
                    <a:pt x="463" y="16"/>
                  </a:cubicBezTo>
                  <a:lnTo>
                    <a:pt x="431" y="106"/>
                  </a:lnTo>
                  <a:moveTo>
                    <a:pt x="394" y="98"/>
                  </a:moveTo>
                  <a:cubicBezTo>
                    <a:pt x="391" y="98"/>
                    <a:pt x="388" y="98"/>
                    <a:pt x="383" y="98"/>
                  </a:cubicBezTo>
                  <a:lnTo>
                    <a:pt x="388" y="3"/>
                  </a:lnTo>
                  <a:cubicBezTo>
                    <a:pt x="394" y="3"/>
                    <a:pt x="399" y="3"/>
                    <a:pt x="404" y="3"/>
                  </a:cubicBezTo>
                  <a:lnTo>
                    <a:pt x="394" y="98"/>
                  </a:lnTo>
                  <a:moveTo>
                    <a:pt x="351" y="98"/>
                  </a:moveTo>
                  <a:lnTo>
                    <a:pt x="338" y="98"/>
                  </a:lnTo>
                  <a:lnTo>
                    <a:pt x="338" y="0"/>
                  </a:lnTo>
                  <a:lnTo>
                    <a:pt x="351" y="0"/>
                  </a:lnTo>
                  <a:lnTo>
                    <a:pt x="351" y="98"/>
                  </a:lnTo>
                  <a:moveTo>
                    <a:pt x="304" y="98"/>
                  </a:moveTo>
                  <a:lnTo>
                    <a:pt x="291" y="98"/>
                  </a:lnTo>
                  <a:lnTo>
                    <a:pt x="291" y="0"/>
                  </a:lnTo>
                  <a:lnTo>
                    <a:pt x="304" y="0"/>
                  </a:lnTo>
                  <a:lnTo>
                    <a:pt x="304" y="98"/>
                  </a:lnTo>
                  <a:moveTo>
                    <a:pt x="254" y="98"/>
                  </a:moveTo>
                  <a:lnTo>
                    <a:pt x="240" y="98"/>
                  </a:lnTo>
                  <a:lnTo>
                    <a:pt x="240" y="0"/>
                  </a:lnTo>
                  <a:lnTo>
                    <a:pt x="254" y="0"/>
                  </a:lnTo>
                  <a:lnTo>
                    <a:pt x="254" y="98"/>
                  </a:lnTo>
                  <a:moveTo>
                    <a:pt x="206" y="98"/>
                  </a:moveTo>
                  <a:lnTo>
                    <a:pt x="193" y="98"/>
                  </a:lnTo>
                  <a:lnTo>
                    <a:pt x="193" y="0"/>
                  </a:lnTo>
                  <a:lnTo>
                    <a:pt x="206" y="0"/>
                  </a:lnTo>
                  <a:lnTo>
                    <a:pt x="206" y="98"/>
                  </a:lnTo>
                  <a:moveTo>
                    <a:pt x="158" y="98"/>
                  </a:moveTo>
                  <a:lnTo>
                    <a:pt x="145" y="98"/>
                  </a:lnTo>
                  <a:lnTo>
                    <a:pt x="145" y="0"/>
                  </a:lnTo>
                  <a:lnTo>
                    <a:pt x="158" y="0"/>
                  </a:lnTo>
                  <a:lnTo>
                    <a:pt x="158" y="98"/>
                  </a:lnTo>
                  <a:moveTo>
                    <a:pt x="111" y="98"/>
                  </a:moveTo>
                  <a:lnTo>
                    <a:pt x="97" y="98"/>
                  </a:lnTo>
                  <a:lnTo>
                    <a:pt x="97" y="0"/>
                  </a:lnTo>
                  <a:lnTo>
                    <a:pt x="111" y="0"/>
                  </a:lnTo>
                  <a:lnTo>
                    <a:pt x="111" y="98"/>
                  </a:lnTo>
                  <a:moveTo>
                    <a:pt x="63" y="98"/>
                  </a:moveTo>
                  <a:lnTo>
                    <a:pt x="50" y="98"/>
                  </a:lnTo>
                  <a:lnTo>
                    <a:pt x="50" y="0"/>
                  </a:lnTo>
                  <a:lnTo>
                    <a:pt x="63" y="0"/>
                  </a:lnTo>
                  <a:lnTo>
                    <a:pt x="63" y="98"/>
                  </a:lnTo>
                  <a:moveTo>
                    <a:pt x="13" y="98"/>
                  </a:moveTo>
                  <a:lnTo>
                    <a:pt x="0" y="98"/>
                  </a:lnTo>
                  <a:lnTo>
                    <a:pt x="0" y="0"/>
                  </a:lnTo>
                  <a:lnTo>
                    <a:pt x="13" y="0"/>
                  </a:lnTo>
                  <a:lnTo>
                    <a:pt x="13" y="9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37"/>
            <p:cNvSpPr/>
            <p:nvPr/>
          </p:nvSpPr>
          <p:spPr>
            <a:xfrm>
              <a:off x="1767520" y="3899507"/>
              <a:ext cx="1171513" cy="691640"/>
            </a:xfrm>
            <a:custGeom>
              <a:avLst/>
              <a:gdLst/>
              <a:ahLst/>
              <a:cxnLst/>
              <a:rect l="l" t="t" r="r" b="b"/>
              <a:pathLst>
                <a:path w="1810" h="1069" extrusionOk="0">
                  <a:moveTo>
                    <a:pt x="1810" y="1069"/>
                  </a:moveTo>
                  <a:lnTo>
                    <a:pt x="0" y="1069"/>
                  </a:lnTo>
                  <a:lnTo>
                    <a:pt x="124" y="0"/>
                  </a:lnTo>
                  <a:lnTo>
                    <a:pt x="1691" y="0"/>
                  </a:lnTo>
                  <a:lnTo>
                    <a:pt x="1810" y="106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37"/>
            <p:cNvSpPr/>
            <p:nvPr/>
          </p:nvSpPr>
          <p:spPr>
            <a:xfrm>
              <a:off x="1906107" y="3858060"/>
              <a:ext cx="260338" cy="40799"/>
            </a:xfrm>
            <a:custGeom>
              <a:avLst/>
              <a:gdLst/>
              <a:ahLst/>
              <a:cxnLst/>
              <a:rect l="l" t="t" r="r" b="b"/>
              <a:pathLst>
                <a:path w="403" h="64" extrusionOk="0">
                  <a:moveTo>
                    <a:pt x="0" y="0"/>
                  </a:moveTo>
                  <a:lnTo>
                    <a:pt x="403" y="0"/>
                  </a:lnTo>
                  <a:lnTo>
                    <a:pt x="403" y="64"/>
                  </a:lnTo>
                  <a:lnTo>
                    <a:pt x="0" y="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37"/>
            <p:cNvSpPr/>
            <p:nvPr/>
          </p:nvSpPr>
          <p:spPr>
            <a:xfrm>
              <a:off x="1981877" y="4135882"/>
              <a:ext cx="525206" cy="455264"/>
            </a:xfrm>
            <a:custGeom>
              <a:avLst/>
              <a:gdLst/>
              <a:ahLst/>
              <a:cxnLst/>
              <a:rect l="l" t="t" r="r" b="b"/>
              <a:pathLst>
                <a:path w="812" h="704" extrusionOk="0">
                  <a:moveTo>
                    <a:pt x="0" y="0"/>
                  </a:moveTo>
                  <a:lnTo>
                    <a:pt x="812" y="0"/>
                  </a:lnTo>
                  <a:lnTo>
                    <a:pt x="812" y="704"/>
                  </a:lnTo>
                  <a:lnTo>
                    <a:pt x="0" y="7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37"/>
            <p:cNvSpPr/>
            <p:nvPr/>
          </p:nvSpPr>
          <p:spPr>
            <a:xfrm>
              <a:off x="1954030" y="4075655"/>
              <a:ext cx="582197" cy="62818"/>
            </a:xfrm>
            <a:custGeom>
              <a:avLst/>
              <a:gdLst/>
              <a:ahLst/>
              <a:cxnLst/>
              <a:rect l="l" t="t" r="r" b="b"/>
              <a:pathLst>
                <a:path w="900" h="98" extrusionOk="0">
                  <a:moveTo>
                    <a:pt x="0" y="0"/>
                  </a:moveTo>
                  <a:lnTo>
                    <a:pt x="900" y="0"/>
                  </a:lnTo>
                  <a:lnTo>
                    <a:pt x="900" y="98"/>
                  </a:lnTo>
                  <a:lnTo>
                    <a:pt x="0" y="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37"/>
            <p:cNvSpPr/>
            <p:nvPr/>
          </p:nvSpPr>
          <p:spPr>
            <a:xfrm>
              <a:off x="2191053" y="4525092"/>
              <a:ext cx="108798" cy="21371"/>
            </a:xfrm>
            <a:custGeom>
              <a:avLst/>
              <a:gdLst/>
              <a:ahLst/>
              <a:cxnLst/>
              <a:rect l="l" t="t" r="r" b="b"/>
              <a:pathLst>
                <a:path w="169" h="34" extrusionOk="0">
                  <a:moveTo>
                    <a:pt x="0" y="0"/>
                  </a:moveTo>
                  <a:lnTo>
                    <a:pt x="169" y="0"/>
                  </a:lnTo>
                  <a:lnTo>
                    <a:pt x="169" y="34"/>
                  </a:lnTo>
                  <a:lnTo>
                    <a:pt x="0" y="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37"/>
            <p:cNvSpPr/>
            <p:nvPr/>
          </p:nvSpPr>
          <p:spPr>
            <a:xfrm>
              <a:off x="2036275" y="4178624"/>
              <a:ext cx="415761" cy="6476"/>
            </a:xfrm>
            <a:custGeom>
              <a:avLst/>
              <a:gdLst/>
              <a:ahLst/>
              <a:cxnLst/>
              <a:rect l="l" t="t" r="r" b="b"/>
              <a:pathLst>
                <a:path w="643" h="11" extrusionOk="0">
                  <a:moveTo>
                    <a:pt x="0" y="0"/>
                  </a:moveTo>
                  <a:lnTo>
                    <a:pt x="643" y="0"/>
                  </a:lnTo>
                  <a:lnTo>
                    <a:pt x="643" y="11"/>
                  </a:lnTo>
                  <a:lnTo>
                    <a:pt x="0" y="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" name="Google Shape;645;p37"/>
            <p:cNvSpPr/>
            <p:nvPr/>
          </p:nvSpPr>
          <p:spPr>
            <a:xfrm>
              <a:off x="2036275" y="4220071"/>
              <a:ext cx="415761" cy="5828"/>
            </a:xfrm>
            <a:custGeom>
              <a:avLst/>
              <a:gdLst/>
              <a:ahLst/>
              <a:cxnLst/>
              <a:rect l="l" t="t" r="r" b="b"/>
              <a:pathLst>
                <a:path w="643" h="10" extrusionOk="0">
                  <a:moveTo>
                    <a:pt x="0" y="0"/>
                  </a:moveTo>
                  <a:lnTo>
                    <a:pt x="643" y="0"/>
                  </a:lnTo>
                  <a:lnTo>
                    <a:pt x="643" y="10"/>
                  </a:lnTo>
                  <a:lnTo>
                    <a:pt x="0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37"/>
            <p:cNvSpPr/>
            <p:nvPr/>
          </p:nvSpPr>
          <p:spPr>
            <a:xfrm>
              <a:off x="2036275" y="4262812"/>
              <a:ext cx="415761" cy="5828"/>
            </a:xfrm>
            <a:custGeom>
              <a:avLst/>
              <a:gdLst/>
              <a:ahLst/>
              <a:cxnLst/>
              <a:rect l="l" t="t" r="r" b="b"/>
              <a:pathLst>
                <a:path w="643" h="10" extrusionOk="0">
                  <a:moveTo>
                    <a:pt x="0" y="0"/>
                  </a:moveTo>
                  <a:lnTo>
                    <a:pt x="643" y="0"/>
                  </a:lnTo>
                  <a:lnTo>
                    <a:pt x="643" y="10"/>
                  </a:lnTo>
                  <a:lnTo>
                    <a:pt x="0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37"/>
            <p:cNvSpPr/>
            <p:nvPr/>
          </p:nvSpPr>
          <p:spPr>
            <a:xfrm>
              <a:off x="2036275" y="4305554"/>
              <a:ext cx="415761" cy="5828"/>
            </a:xfrm>
            <a:custGeom>
              <a:avLst/>
              <a:gdLst/>
              <a:ahLst/>
              <a:cxnLst/>
              <a:rect l="l" t="t" r="r" b="b"/>
              <a:pathLst>
                <a:path w="643" h="10" extrusionOk="0">
                  <a:moveTo>
                    <a:pt x="0" y="0"/>
                  </a:moveTo>
                  <a:lnTo>
                    <a:pt x="643" y="0"/>
                  </a:lnTo>
                  <a:lnTo>
                    <a:pt x="643" y="10"/>
                  </a:lnTo>
                  <a:lnTo>
                    <a:pt x="0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37"/>
            <p:cNvSpPr/>
            <p:nvPr/>
          </p:nvSpPr>
          <p:spPr>
            <a:xfrm>
              <a:off x="2036275" y="4346353"/>
              <a:ext cx="415761" cy="6476"/>
            </a:xfrm>
            <a:custGeom>
              <a:avLst/>
              <a:gdLst/>
              <a:ahLst/>
              <a:cxnLst/>
              <a:rect l="l" t="t" r="r" b="b"/>
              <a:pathLst>
                <a:path w="643" h="11" extrusionOk="0">
                  <a:moveTo>
                    <a:pt x="0" y="0"/>
                  </a:moveTo>
                  <a:lnTo>
                    <a:pt x="643" y="0"/>
                  </a:lnTo>
                  <a:lnTo>
                    <a:pt x="643" y="11"/>
                  </a:lnTo>
                  <a:lnTo>
                    <a:pt x="0" y="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37"/>
            <p:cNvSpPr/>
            <p:nvPr/>
          </p:nvSpPr>
          <p:spPr>
            <a:xfrm>
              <a:off x="2036275" y="4389743"/>
              <a:ext cx="415761" cy="5828"/>
            </a:xfrm>
            <a:custGeom>
              <a:avLst/>
              <a:gdLst/>
              <a:ahLst/>
              <a:cxnLst/>
              <a:rect l="l" t="t" r="r" b="b"/>
              <a:pathLst>
                <a:path w="643" h="10" extrusionOk="0">
                  <a:moveTo>
                    <a:pt x="0" y="0"/>
                  </a:moveTo>
                  <a:lnTo>
                    <a:pt x="643" y="0"/>
                  </a:lnTo>
                  <a:lnTo>
                    <a:pt x="643" y="10"/>
                  </a:lnTo>
                  <a:lnTo>
                    <a:pt x="0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37"/>
            <p:cNvSpPr/>
            <p:nvPr/>
          </p:nvSpPr>
          <p:spPr>
            <a:xfrm>
              <a:off x="2036275" y="4432485"/>
              <a:ext cx="415761" cy="5828"/>
            </a:xfrm>
            <a:custGeom>
              <a:avLst/>
              <a:gdLst/>
              <a:ahLst/>
              <a:cxnLst/>
              <a:rect l="l" t="t" r="r" b="b"/>
              <a:pathLst>
                <a:path w="643" h="10" extrusionOk="0">
                  <a:moveTo>
                    <a:pt x="0" y="0"/>
                  </a:moveTo>
                  <a:lnTo>
                    <a:pt x="643" y="0"/>
                  </a:lnTo>
                  <a:lnTo>
                    <a:pt x="643" y="10"/>
                  </a:lnTo>
                  <a:lnTo>
                    <a:pt x="0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p37"/>
            <p:cNvSpPr/>
            <p:nvPr/>
          </p:nvSpPr>
          <p:spPr>
            <a:xfrm>
              <a:off x="2036275" y="4473284"/>
              <a:ext cx="415761" cy="6476"/>
            </a:xfrm>
            <a:custGeom>
              <a:avLst/>
              <a:gdLst/>
              <a:ahLst/>
              <a:cxnLst/>
              <a:rect l="l" t="t" r="r" b="b"/>
              <a:pathLst>
                <a:path w="643" h="11" extrusionOk="0">
                  <a:moveTo>
                    <a:pt x="0" y="0"/>
                  </a:moveTo>
                  <a:lnTo>
                    <a:pt x="643" y="0"/>
                  </a:lnTo>
                  <a:lnTo>
                    <a:pt x="643" y="11"/>
                  </a:lnTo>
                  <a:lnTo>
                    <a:pt x="0" y="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37"/>
            <p:cNvSpPr/>
            <p:nvPr/>
          </p:nvSpPr>
          <p:spPr>
            <a:xfrm>
              <a:off x="2603576" y="4146244"/>
              <a:ext cx="211766" cy="233785"/>
            </a:xfrm>
            <a:custGeom>
              <a:avLst/>
              <a:gdLst/>
              <a:ahLst/>
              <a:cxnLst/>
              <a:rect l="l" t="t" r="r" b="b"/>
              <a:pathLst>
                <a:path w="328" h="362" extrusionOk="0">
                  <a:moveTo>
                    <a:pt x="0" y="0"/>
                  </a:moveTo>
                  <a:lnTo>
                    <a:pt x="328" y="0"/>
                  </a:lnTo>
                  <a:lnTo>
                    <a:pt x="328" y="362"/>
                  </a:lnTo>
                  <a:lnTo>
                    <a:pt x="0" y="3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37"/>
            <p:cNvSpPr/>
            <p:nvPr/>
          </p:nvSpPr>
          <p:spPr>
            <a:xfrm>
              <a:off x="2603576" y="4146244"/>
              <a:ext cx="213709" cy="223423"/>
            </a:xfrm>
            <a:custGeom>
              <a:avLst/>
              <a:gdLst/>
              <a:ahLst/>
              <a:cxnLst/>
              <a:rect l="l" t="t" r="r" b="b"/>
              <a:pathLst>
                <a:path w="331" h="346" extrusionOk="0">
                  <a:moveTo>
                    <a:pt x="331" y="0"/>
                  </a:moveTo>
                  <a:lnTo>
                    <a:pt x="331" y="16"/>
                  </a:lnTo>
                  <a:lnTo>
                    <a:pt x="0" y="346"/>
                  </a:lnTo>
                  <a:lnTo>
                    <a:pt x="0" y="116"/>
                  </a:lnTo>
                  <a:lnTo>
                    <a:pt x="119" y="0"/>
                  </a:lnTo>
                  <a:lnTo>
                    <a:pt x="33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37"/>
            <p:cNvSpPr/>
            <p:nvPr/>
          </p:nvSpPr>
          <p:spPr>
            <a:xfrm>
              <a:off x="2672222" y="4233670"/>
              <a:ext cx="145063" cy="145064"/>
            </a:xfrm>
            <a:custGeom>
              <a:avLst/>
              <a:gdLst/>
              <a:ahLst/>
              <a:cxnLst/>
              <a:rect l="l" t="t" r="r" b="b"/>
              <a:pathLst>
                <a:path w="225" h="225" extrusionOk="0">
                  <a:moveTo>
                    <a:pt x="225" y="0"/>
                  </a:moveTo>
                  <a:lnTo>
                    <a:pt x="225" y="103"/>
                  </a:lnTo>
                  <a:lnTo>
                    <a:pt x="101" y="225"/>
                  </a:lnTo>
                  <a:lnTo>
                    <a:pt x="0" y="225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36000" rIns="90000" bIns="36000" anchor="ctr" anchorCtr="1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55" name="Google Shape;655;p37"/>
            <p:cNvCxnSpPr/>
            <p:nvPr/>
          </p:nvCxnSpPr>
          <p:spPr>
            <a:xfrm>
              <a:off x="106675" y="4595950"/>
              <a:ext cx="3904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6" name="Google Shape;656;p37"/>
            <p:cNvCxnSpPr/>
            <p:nvPr/>
          </p:nvCxnSpPr>
          <p:spPr>
            <a:xfrm>
              <a:off x="4101539" y="4595959"/>
              <a:ext cx="216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657" name="Google Shape;657;p37"/>
          <p:cNvGrpSpPr/>
          <p:nvPr/>
        </p:nvGrpSpPr>
        <p:grpSpPr>
          <a:xfrm rot="-5400000" flipH="1">
            <a:off x="6113686" y="914588"/>
            <a:ext cx="172251" cy="4462123"/>
            <a:chOff x="8793402" y="-3495374"/>
            <a:chExt cx="255301" cy="6613492"/>
          </a:xfrm>
        </p:grpSpPr>
        <p:cxnSp>
          <p:nvCxnSpPr>
            <p:cNvPr id="658" name="Google Shape;658;p37"/>
            <p:cNvCxnSpPr/>
            <p:nvPr/>
          </p:nvCxnSpPr>
          <p:spPr>
            <a:xfrm rot="5400000">
              <a:off x="6076152" y="-778124"/>
              <a:ext cx="5434500" cy="0"/>
            </a:xfrm>
            <a:prstGeom prst="straightConnector1">
              <a:avLst/>
            </a:prstGeom>
            <a:noFill/>
            <a:ln w="9525" cap="rnd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659" name="Google Shape;659;p37"/>
            <p:cNvGrpSpPr/>
            <p:nvPr/>
          </p:nvGrpSpPr>
          <p:grpSpPr>
            <a:xfrm rot="5400000">
              <a:off x="8331433" y="2400849"/>
              <a:ext cx="1179247" cy="255292"/>
              <a:chOff x="1430975" y="976700"/>
              <a:chExt cx="1569400" cy="339800"/>
            </a:xfrm>
          </p:grpSpPr>
          <p:grpSp>
            <p:nvGrpSpPr>
              <p:cNvPr id="660" name="Google Shape;660;p37"/>
              <p:cNvGrpSpPr/>
              <p:nvPr/>
            </p:nvGrpSpPr>
            <p:grpSpPr>
              <a:xfrm>
                <a:off x="1430975" y="976700"/>
                <a:ext cx="392350" cy="339800"/>
                <a:chOff x="1430975" y="976700"/>
                <a:chExt cx="392350" cy="339800"/>
              </a:xfrm>
            </p:grpSpPr>
            <p:sp>
              <p:nvSpPr>
                <p:cNvPr id="661" name="Google Shape;661;p37"/>
                <p:cNvSpPr/>
                <p:nvPr/>
              </p:nvSpPr>
              <p:spPr>
                <a:xfrm>
                  <a:off x="1430975" y="976700"/>
                  <a:ext cx="196175" cy="339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47" h="13592" extrusionOk="0">
                      <a:moveTo>
                        <a:pt x="0" y="13592"/>
                      </a:moveTo>
                      <a:lnTo>
                        <a:pt x="7847" y="0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62" name="Google Shape;662;p37"/>
                <p:cNvSpPr/>
                <p:nvPr/>
              </p:nvSpPr>
              <p:spPr>
                <a:xfrm flipH="1">
                  <a:off x="1627150" y="976700"/>
                  <a:ext cx="196175" cy="339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47" h="13592" extrusionOk="0">
                      <a:moveTo>
                        <a:pt x="0" y="13592"/>
                      </a:moveTo>
                      <a:lnTo>
                        <a:pt x="7847" y="0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663" name="Google Shape;663;p37"/>
              <p:cNvGrpSpPr/>
              <p:nvPr/>
            </p:nvGrpSpPr>
            <p:grpSpPr>
              <a:xfrm>
                <a:off x="1823325" y="976700"/>
                <a:ext cx="392350" cy="339800"/>
                <a:chOff x="1430975" y="976700"/>
                <a:chExt cx="392350" cy="339800"/>
              </a:xfrm>
            </p:grpSpPr>
            <p:sp>
              <p:nvSpPr>
                <p:cNvPr id="664" name="Google Shape;664;p37"/>
                <p:cNvSpPr/>
                <p:nvPr/>
              </p:nvSpPr>
              <p:spPr>
                <a:xfrm>
                  <a:off x="1430975" y="976700"/>
                  <a:ext cx="196175" cy="339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47" h="13592" extrusionOk="0">
                      <a:moveTo>
                        <a:pt x="0" y="13592"/>
                      </a:moveTo>
                      <a:lnTo>
                        <a:pt x="7847" y="0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65" name="Google Shape;665;p37"/>
                <p:cNvSpPr/>
                <p:nvPr/>
              </p:nvSpPr>
              <p:spPr>
                <a:xfrm flipH="1">
                  <a:off x="1627150" y="976700"/>
                  <a:ext cx="196175" cy="339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47" h="13592" extrusionOk="0">
                      <a:moveTo>
                        <a:pt x="0" y="13592"/>
                      </a:moveTo>
                      <a:lnTo>
                        <a:pt x="7847" y="0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666" name="Google Shape;666;p37"/>
              <p:cNvGrpSpPr/>
              <p:nvPr/>
            </p:nvGrpSpPr>
            <p:grpSpPr>
              <a:xfrm>
                <a:off x="2215675" y="976700"/>
                <a:ext cx="392350" cy="339800"/>
                <a:chOff x="1430975" y="976700"/>
                <a:chExt cx="392350" cy="339800"/>
              </a:xfrm>
            </p:grpSpPr>
            <p:sp>
              <p:nvSpPr>
                <p:cNvPr id="667" name="Google Shape;667;p37"/>
                <p:cNvSpPr/>
                <p:nvPr/>
              </p:nvSpPr>
              <p:spPr>
                <a:xfrm>
                  <a:off x="1430975" y="976700"/>
                  <a:ext cx="196175" cy="339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47" h="13592" extrusionOk="0">
                      <a:moveTo>
                        <a:pt x="0" y="13592"/>
                      </a:moveTo>
                      <a:lnTo>
                        <a:pt x="7847" y="0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68" name="Google Shape;668;p37"/>
                <p:cNvSpPr/>
                <p:nvPr/>
              </p:nvSpPr>
              <p:spPr>
                <a:xfrm flipH="1">
                  <a:off x="1627150" y="976700"/>
                  <a:ext cx="196175" cy="339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47" h="13592" extrusionOk="0">
                      <a:moveTo>
                        <a:pt x="0" y="13592"/>
                      </a:moveTo>
                      <a:lnTo>
                        <a:pt x="7847" y="0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669" name="Google Shape;669;p37"/>
              <p:cNvGrpSpPr/>
              <p:nvPr/>
            </p:nvGrpSpPr>
            <p:grpSpPr>
              <a:xfrm>
                <a:off x="2608025" y="976700"/>
                <a:ext cx="392350" cy="339800"/>
                <a:chOff x="1430975" y="976700"/>
                <a:chExt cx="392350" cy="339800"/>
              </a:xfrm>
            </p:grpSpPr>
            <p:sp>
              <p:nvSpPr>
                <p:cNvPr id="670" name="Google Shape;670;p37"/>
                <p:cNvSpPr/>
                <p:nvPr/>
              </p:nvSpPr>
              <p:spPr>
                <a:xfrm>
                  <a:off x="1430975" y="976700"/>
                  <a:ext cx="196175" cy="339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47" h="13592" extrusionOk="0">
                      <a:moveTo>
                        <a:pt x="0" y="13592"/>
                      </a:moveTo>
                      <a:lnTo>
                        <a:pt x="7847" y="0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671" name="Google Shape;671;p37"/>
                <p:cNvSpPr/>
                <p:nvPr/>
              </p:nvSpPr>
              <p:spPr>
                <a:xfrm flipH="1">
                  <a:off x="1627150" y="976700"/>
                  <a:ext cx="196175" cy="339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47" h="13592" extrusionOk="0">
                      <a:moveTo>
                        <a:pt x="0" y="13592"/>
                      </a:moveTo>
                      <a:lnTo>
                        <a:pt x="7847" y="0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</p:grpSp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843" y="374650"/>
            <a:ext cx="3614737" cy="1042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8" grpId="0"/>
      <p:bldP spid="559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38"/>
          <p:cNvSpPr txBox="1">
            <a:spLocks noGrp="1"/>
          </p:cNvSpPr>
          <p:nvPr>
            <p:ph type="body" idx="1"/>
          </p:nvPr>
        </p:nvSpPr>
        <p:spPr>
          <a:xfrm>
            <a:off x="350723" y="832742"/>
            <a:ext cx="7704000" cy="366891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 algn="just">
              <a:buClr>
                <a:schemeClr val="accent1"/>
              </a:buClr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Аутоматизација подразумева замену људских оператера контролним системима (рачунари, софтвер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buClr>
                <a:schemeClr val="accent1"/>
              </a:buClr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Главни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циљ је повећање ефикасности, смањење грешака и побољшање квалитета производње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buClr>
                <a:schemeClr val="accent1"/>
              </a:buClr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Аутоматизација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смањује потребу за људским физичким и менталним ангажовањем у производним процесима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buClr>
                <a:schemeClr val="accent1"/>
              </a:buClr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У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индустријској производњи, прешла је са фокуса на повећање количине на фокус на квалитет и флексибилност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buClr>
                <a:schemeClr val="accent1"/>
              </a:buClr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Примена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у ризичним и опасним операцијама, као што су рад са опасним материјама и металима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buClr>
                <a:schemeClr val="accent1"/>
              </a:buClr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Модерни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системи омогућавају даљинску контролу и дијагностику, чиме се смањују трошкови и побољшавају перформансе.</a:t>
            </a:r>
            <a:endParaRPr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77" name="Google Shape;677;p38"/>
          <p:cNvSpPr txBox="1">
            <a:spLocks noGrp="1"/>
          </p:cNvSpPr>
          <p:nvPr>
            <p:ph type="title"/>
          </p:nvPr>
        </p:nvSpPr>
        <p:spPr>
          <a:xfrm>
            <a:off x="714138" y="26986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Cyrl-RS" dirty="0" smtClean="0">
                <a:latin typeface="Times New Roman" pitchFamily="18" charset="0"/>
                <a:cs typeface="Times New Roman" pitchFamily="18" charset="0"/>
              </a:rPr>
              <a:t>Увод у аутоматизацију</a:t>
            </a:r>
            <a:endParaRPr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6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6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6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39"/>
          <p:cNvSpPr txBox="1">
            <a:spLocks noGrp="1"/>
          </p:cNvSpPr>
          <p:nvPr>
            <p:ph type="title"/>
          </p:nvPr>
        </p:nvSpPr>
        <p:spPr>
          <a:xfrm>
            <a:off x="714139" y="25814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PLC</a:t>
            </a:r>
            <a:endParaRPr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88" name="Google Shape;688;p39"/>
          <p:cNvSpPr txBox="1">
            <a:spLocks noGrp="1"/>
          </p:cNvSpPr>
          <p:nvPr>
            <p:ph type="subTitle" idx="2"/>
          </p:nvPr>
        </p:nvSpPr>
        <p:spPr>
          <a:xfrm>
            <a:off x="339970" y="745861"/>
            <a:ext cx="5181599" cy="32399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buClr>
                <a:schemeClr val="accent1"/>
              </a:buClr>
              <a:buFont typeface="Arial" pitchFamily="34" charset="0"/>
              <a:buChar char="•"/>
            </a:pPr>
            <a:r>
              <a:rPr lang="en-GB" dirty="0">
                <a:latin typeface="Times New Roman" pitchFamily="18" charset="0"/>
                <a:cs typeface="Times New Roman" pitchFamily="18" charset="0"/>
              </a:rPr>
              <a:t>PLC (Programmable Logic Controller) </a:t>
            </a:r>
            <a:r>
              <a:rPr lang="sr-Cyrl-RS" dirty="0">
                <a:latin typeface="Times New Roman" pitchFamily="18" charset="0"/>
                <a:cs typeface="Times New Roman" pitchFamily="18" charset="0"/>
              </a:rPr>
              <a:t>је дигитални уређај за управљање индустријским процесима</a:t>
            </a:r>
            <a:r>
              <a:rPr lang="sr-Cyrl-RS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285750" lvl="0" indent="-285750" algn="just">
              <a:buClr>
                <a:schemeClr val="accent1"/>
              </a:buClr>
              <a:buFont typeface="Arial" pitchFamily="34" charset="0"/>
              <a:buChar char="•"/>
            </a:pPr>
            <a:r>
              <a:rPr lang="sr-Cyrl-RS" dirty="0" smtClean="0">
                <a:latin typeface="Times New Roman" pitchFamily="18" charset="0"/>
                <a:cs typeface="Times New Roman" pitchFamily="18" charset="0"/>
              </a:rPr>
              <a:t>Омогућава </a:t>
            </a:r>
            <a:r>
              <a:rPr lang="sr-Cyrl-RS" dirty="0">
                <a:latin typeface="Times New Roman" pitchFamily="18" charset="0"/>
                <a:cs typeface="Times New Roman" pitchFamily="18" charset="0"/>
              </a:rPr>
              <a:t>брзо и једноставно програмирање логичких алгоритама, што га чини погодним за флексибилне и брзе примене</a:t>
            </a:r>
            <a:r>
              <a:rPr lang="sr-Cyrl-RS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285750" lvl="0" indent="-285750" algn="just">
              <a:buClr>
                <a:schemeClr val="accent1"/>
              </a:buClr>
              <a:buFont typeface="Arial" pitchFamily="34" charset="0"/>
              <a:buChar char="•"/>
            </a:pPr>
            <a:r>
              <a:rPr lang="sr-Cyrl-RS" dirty="0" smtClean="0">
                <a:latin typeface="Times New Roman" pitchFamily="18" charset="0"/>
                <a:cs typeface="Times New Roman" pitchFamily="18" charset="0"/>
              </a:rPr>
              <a:t>Извршава </a:t>
            </a:r>
            <a:r>
              <a:rPr lang="sr-Cyrl-RS" dirty="0">
                <a:latin typeface="Times New Roman" pitchFamily="18" charset="0"/>
                <a:cs typeface="Times New Roman" pitchFamily="18" charset="0"/>
              </a:rPr>
              <a:t>програм у три фазе: читање улазних података, обрада програма, излазни резултати</a:t>
            </a:r>
            <a:r>
              <a:rPr lang="sr-Cyrl-RS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285750" lvl="0" indent="-285750" algn="just">
              <a:buClr>
                <a:schemeClr val="accent1"/>
              </a:buClr>
              <a:buFont typeface="Arial" pitchFamily="34" charset="0"/>
              <a:buChar char="•"/>
            </a:pPr>
            <a:r>
              <a:rPr lang="sr-Cyrl-RS" dirty="0" smtClean="0">
                <a:latin typeface="Times New Roman" pitchFamily="18" charset="0"/>
                <a:cs typeface="Times New Roman" pitchFamily="18" charset="0"/>
              </a:rPr>
              <a:t>Пројектован </a:t>
            </a:r>
            <a:r>
              <a:rPr lang="sr-Cyrl-RS" dirty="0">
                <a:latin typeface="Times New Roman" pitchFamily="18" charset="0"/>
                <a:cs typeface="Times New Roman" pitchFamily="18" charset="0"/>
              </a:rPr>
              <a:t>је за тешке услове рада (вибрације, температуре, електричне сметње) и поуздано ради годинама</a:t>
            </a:r>
            <a:r>
              <a:rPr lang="sr-Cyrl-RS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285750" lvl="0" indent="-285750" algn="just">
              <a:buClr>
                <a:schemeClr val="accent1"/>
              </a:buClr>
              <a:buFont typeface="Arial" pitchFamily="34" charset="0"/>
              <a:buChar char="•"/>
            </a:pP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HMI 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(Human Machine Interface) </a:t>
            </a:r>
            <a:r>
              <a:rPr lang="sr-Cyrl-RS" dirty="0">
                <a:latin typeface="Times New Roman" pitchFamily="18" charset="0"/>
                <a:cs typeface="Times New Roman" pitchFamily="18" charset="0"/>
              </a:rPr>
              <a:t>омогућава кориснику комуникацију са 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PLC-</a:t>
            </a:r>
            <a:r>
              <a:rPr lang="sr-Cyrl-RS" dirty="0">
                <a:latin typeface="Times New Roman" pitchFamily="18" charset="0"/>
                <a:cs typeface="Times New Roman" pitchFamily="18" charset="0"/>
              </a:rPr>
              <a:t>ом и другим системима за праћење и контролу параметара као што су температура и притисак.</a:t>
            </a:r>
            <a:endParaRPr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0985" y="1172308"/>
            <a:ext cx="3024441" cy="197533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6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6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6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6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42"/>
          <p:cNvSpPr txBox="1">
            <a:spLocks noGrp="1"/>
          </p:cNvSpPr>
          <p:nvPr>
            <p:ph type="title"/>
          </p:nvPr>
        </p:nvSpPr>
        <p:spPr>
          <a:xfrm>
            <a:off x="725861" y="26986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latin typeface="Times New Roman" pitchFamily="18" charset="0"/>
                <a:cs typeface="Times New Roman" pitchFamily="18" charset="0"/>
              </a:rPr>
              <a:t>HCI</a:t>
            </a:r>
            <a:endParaRPr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ubtitle 1"/>
          <p:cNvSpPr>
            <a:spLocks noGrp="1"/>
          </p:cNvSpPr>
          <p:nvPr>
            <p:ph type="subTitle" idx="2"/>
          </p:nvPr>
        </p:nvSpPr>
        <p:spPr>
          <a:xfrm>
            <a:off x="361460" y="756138"/>
            <a:ext cx="7223369" cy="3079384"/>
          </a:xfrm>
        </p:spPr>
        <p:txBody>
          <a:bodyPr/>
          <a:lstStyle/>
          <a:p>
            <a:pPr algn="just">
              <a:buClr>
                <a:schemeClr val="accent1"/>
              </a:buClr>
              <a:buFont typeface="Arial" pitchFamily="34" charset="0"/>
              <a:buChar char="•"/>
            </a:pPr>
            <a:r>
              <a:rPr lang="en-GB" dirty="0">
                <a:latin typeface="Times New Roman" pitchFamily="18" charset="0"/>
                <a:cs typeface="Times New Roman" pitchFamily="18" charset="0"/>
              </a:rPr>
              <a:t>HCI (Human-Computer Interaction) </a:t>
            </a:r>
            <a:r>
              <a:rPr lang="sr-Cyrl-RS" dirty="0">
                <a:latin typeface="Times New Roman" pitchFamily="18" charset="0"/>
                <a:cs typeface="Times New Roman" pitchFamily="18" charset="0"/>
              </a:rPr>
              <a:t>је интердисциплинарна област која проучава интеракцију између људи и рачунара</a:t>
            </a:r>
            <a:r>
              <a:rPr lang="sr-Cyrl-RS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Clr>
                <a:schemeClr val="accent1"/>
              </a:buClr>
              <a:buFont typeface="Arial" pitchFamily="34" charset="0"/>
              <a:buChar char="•"/>
            </a:pPr>
            <a:r>
              <a:rPr lang="sr-Cyrl-RS" dirty="0" smtClean="0">
                <a:latin typeface="Times New Roman" pitchFamily="18" charset="0"/>
                <a:cs typeface="Times New Roman" pitchFamily="18" charset="0"/>
              </a:rPr>
              <a:t>Циљ 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HCI-</a:t>
            </a:r>
            <a:r>
              <a:rPr lang="sr-Cyrl-RS" dirty="0">
                <a:latin typeface="Times New Roman" pitchFamily="18" charset="0"/>
                <a:cs typeface="Times New Roman" pitchFamily="18" charset="0"/>
              </a:rPr>
              <a:t>а је да рачунаре учини лакшим за коришћење и да побољша креативност и сарадњу међу људима</a:t>
            </a:r>
            <a:r>
              <a:rPr lang="sr-Cyrl-RS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Clr>
                <a:schemeClr val="accent1"/>
              </a:buClr>
              <a:buFont typeface="Arial" pitchFamily="34" charset="0"/>
              <a:buChar char="•"/>
            </a:pPr>
            <a:r>
              <a:rPr lang="sr-Cyrl-RS" dirty="0" smtClean="0">
                <a:latin typeface="Times New Roman" pitchFamily="18" charset="0"/>
                <a:cs typeface="Times New Roman" pitchFamily="18" charset="0"/>
              </a:rPr>
              <a:t>Постоји </a:t>
            </a:r>
            <a:r>
              <a:rPr lang="sr-Cyrl-RS" dirty="0">
                <a:latin typeface="Times New Roman" pitchFamily="18" charset="0"/>
                <a:cs typeface="Times New Roman" pitchFamily="18" charset="0"/>
              </a:rPr>
              <a:t>и термин 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MMI (Man-Machine Interaction) </a:t>
            </a:r>
            <a:r>
              <a:rPr lang="sr-Cyrl-RS" dirty="0">
                <a:latin typeface="Times New Roman" pitchFamily="18" charset="0"/>
                <a:cs typeface="Times New Roman" pitchFamily="18" charset="0"/>
              </a:rPr>
              <a:t>за исти концепт</a:t>
            </a:r>
            <a:r>
              <a:rPr lang="sr-Cyrl-RS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Clr>
                <a:schemeClr val="accent1"/>
              </a:buClr>
              <a:buFont typeface="Arial" pitchFamily="34" charset="0"/>
              <a:buChar char="•"/>
            </a:pP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HCI </a:t>
            </a:r>
            <a:r>
              <a:rPr lang="sr-Cyrl-RS" dirty="0">
                <a:latin typeface="Times New Roman" pitchFamily="18" charset="0"/>
                <a:cs typeface="Times New Roman" pitchFamily="18" charset="0"/>
              </a:rPr>
              <a:t>је постала значајна с појавом мањих и моћнијих рачунара крајем 20. века</a:t>
            </a:r>
            <a:r>
              <a:rPr lang="sr-Cyrl-RS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Clr>
                <a:schemeClr val="accent1"/>
              </a:buClr>
              <a:buFont typeface="Arial" pitchFamily="34" charset="0"/>
              <a:buChar char="•"/>
            </a:pPr>
            <a:r>
              <a:rPr lang="sr-Cyrl-RS" dirty="0" smtClean="0">
                <a:latin typeface="Times New Roman" pitchFamily="18" charset="0"/>
                <a:cs typeface="Times New Roman" pitchFamily="18" charset="0"/>
              </a:rPr>
              <a:t>Обухвата </a:t>
            </a:r>
            <a:r>
              <a:rPr lang="sr-Cyrl-RS" dirty="0">
                <a:latin typeface="Times New Roman" pitchFamily="18" charset="0"/>
                <a:cs typeface="Times New Roman" pitchFamily="18" charset="0"/>
              </a:rPr>
              <a:t>кориснички интерфејс који се састоји од хардвера (улазни и излазни уређаји) и софтвера.</a:t>
            </a:r>
            <a:endParaRPr lang="en-GB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43"/>
          <p:cNvSpPr txBox="1">
            <a:spLocks noGrp="1"/>
          </p:cNvSpPr>
          <p:nvPr>
            <p:ph type="title"/>
          </p:nvPr>
        </p:nvSpPr>
        <p:spPr>
          <a:xfrm>
            <a:off x="725862" y="269869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SCADA</a:t>
            </a:r>
            <a:endParaRPr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66" name="Google Shape;866;p43"/>
          <p:cNvSpPr txBox="1">
            <a:spLocks noGrp="1"/>
          </p:cNvSpPr>
          <p:nvPr>
            <p:ph type="subTitle" idx="1"/>
          </p:nvPr>
        </p:nvSpPr>
        <p:spPr>
          <a:xfrm>
            <a:off x="214606" y="773420"/>
            <a:ext cx="5435918" cy="25383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 algn="just">
              <a:buClr>
                <a:schemeClr val="accent1"/>
              </a:buClr>
              <a:buSzPts val="1100"/>
            </a:pPr>
            <a:r>
              <a:rPr lang="en-GB" dirty="0">
                <a:latin typeface="Times New Roman" pitchFamily="18" charset="0"/>
                <a:cs typeface="Times New Roman" pitchFamily="18" charset="0"/>
              </a:rPr>
              <a:t>SCADA </a:t>
            </a:r>
            <a:r>
              <a:rPr lang="sr-Cyrl-RS" dirty="0">
                <a:latin typeface="Times New Roman" pitchFamily="18" charset="0"/>
                <a:cs typeface="Times New Roman" pitchFamily="18" charset="0"/>
              </a:rPr>
              <a:t>је систем за мерење, праћење и контролу индустријских процеса</a:t>
            </a:r>
            <a:r>
              <a:rPr lang="sr-Cyrl-RS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buClr>
                <a:schemeClr val="accent1"/>
              </a:buClr>
              <a:buSzPts val="1100"/>
            </a:pPr>
            <a:r>
              <a:rPr lang="sr-Cyrl-RS" dirty="0" smtClean="0">
                <a:latin typeface="Times New Roman" pitchFamily="18" charset="0"/>
                <a:cs typeface="Times New Roman" pitchFamily="18" charset="0"/>
              </a:rPr>
              <a:t>Примењује </a:t>
            </a:r>
            <a:r>
              <a:rPr lang="sr-Cyrl-RS" dirty="0">
                <a:latin typeface="Times New Roman" pitchFamily="18" charset="0"/>
                <a:cs typeface="Times New Roman" pitchFamily="18" charset="0"/>
              </a:rPr>
              <a:t>се у широком спектру индустрија, од праћења једноставних параметара (нпр. температура, влажност) до комплексних производних процеса и саобраћаја</a:t>
            </a:r>
            <a:r>
              <a:rPr lang="sr-Cyrl-RS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buClr>
                <a:schemeClr val="accent1"/>
              </a:buClr>
              <a:buSzPts val="1100"/>
            </a:pPr>
            <a:r>
              <a:rPr lang="sr-Cyrl-RS" dirty="0" smtClean="0">
                <a:latin typeface="Times New Roman" pitchFamily="18" charset="0"/>
                <a:cs typeface="Times New Roman" pitchFamily="18" charset="0"/>
              </a:rPr>
              <a:t>Састоји </a:t>
            </a:r>
            <a:r>
              <a:rPr lang="sr-Cyrl-RS" dirty="0">
                <a:latin typeface="Times New Roman" pitchFamily="18" charset="0"/>
                <a:cs typeface="Times New Roman" pitchFamily="18" charset="0"/>
              </a:rPr>
              <a:t>се од </a:t>
            </a:r>
            <a:r>
              <a:rPr lang="en-GB" b="1" dirty="0">
                <a:latin typeface="Times New Roman" pitchFamily="18" charset="0"/>
                <a:cs typeface="Times New Roman" pitchFamily="18" charset="0"/>
              </a:rPr>
              <a:t>MTU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 (Master Terminal Unit) </a:t>
            </a:r>
            <a:r>
              <a:rPr lang="sr-Cyrl-RS" dirty="0">
                <a:latin typeface="Times New Roman" pitchFamily="18" charset="0"/>
                <a:cs typeface="Times New Roman" pitchFamily="18" charset="0"/>
              </a:rPr>
              <a:t>станица за праћење и контролу и </a:t>
            </a:r>
            <a:r>
              <a:rPr lang="en-GB" b="1" dirty="0">
                <a:latin typeface="Times New Roman" pitchFamily="18" charset="0"/>
                <a:cs typeface="Times New Roman" pitchFamily="18" charset="0"/>
              </a:rPr>
              <a:t>RTU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 (Remote Terminal Unit) </a:t>
            </a:r>
            <a:r>
              <a:rPr lang="sr-Cyrl-RS" dirty="0">
                <a:latin typeface="Times New Roman" pitchFamily="18" charset="0"/>
                <a:cs typeface="Times New Roman" pitchFamily="18" charset="0"/>
              </a:rPr>
              <a:t>уређаја за прикупљање података и извршавање команди</a:t>
            </a:r>
            <a:r>
              <a:rPr lang="sr-Cyrl-RS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buClr>
                <a:schemeClr val="accent1"/>
              </a:buClr>
              <a:buSzPts val="1100"/>
            </a:pPr>
            <a:r>
              <a:rPr lang="sr-Cyrl-RS" dirty="0" smtClean="0">
                <a:latin typeface="Times New Roman" pitchFamily="18" charset="0"/>
                <a:cs typeface="Times New Roman" pitchFamily="18" charset="0"/>
              </a:rPr>
              <a:t>Оптички </a:t>
            </a:r>
            <a:r>
              <a:rPr lang="sr-Cyrl-RS" dirty="0">
                <a:latin typeface="Times New Roman" pitchFamily="18" charset="0"/>
                <a:cs typeface="Times New Roman" pitchFamily="18" charset="0"/>
              </a:rPr>
              <a:t>каблови се често користе у 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SCADA </a:t>
            </a:r>
            <a:r>
              <a:rPr lang="sr-Cyrl-RS" dirty="0">
                <a:latin typeface="Times New Roman" pitchFamily="18" charset="0"/>
                <a:cs typeface="Times New Roman" pitchFamily="18" charset="0"/>
              </a:rPr>
              <a:t>мрежама због заштите од зрачења и преноса грешака</a:t>
            </a:r>
            <a:r>
              <a:rPr lang="sr-Cyrl-RS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buClr>
                <a:schemeClr val="accent1"/>
              </a:buClr>
              <a:buSzPts val="1100"/>
            </a:pPr>
            <a:r>
              <a:rPr lang="en-GB" dirty="0" smtClean="0">
                <a:latin typeface="Times New Roman" pitchFamily="18" charset="0"/>
                <a:cs typeface="Times New Roman" pitchFamily="18" charset="0"/>
              </a:rPr>
              <a:t>SCADA </a:t>
            </a:r>
            <a:r>
              <a:rPr lang="sr-Cyrl-RS" dirty="0">
                <a:latin typeface="Times New Roman" pitchFamily="18" charset="0"/>
                <a:cs typeface="Times New Roman" pitchFamily="18" charset="0"/>
              </a:rPr>
              <a:t>омогућава аутоматизовано тестирање, симулирајући људске акције током тестирања апликација.</a:t>
            </a:r>
            <a:endParaRPr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9493" y="1082388"/>
            <a:ext cx="2983522" cy="20342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8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8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8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8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44"/>
          <p:cNvSpPr txBox="1">
            <a:spLocks noGrp="1"/>
          </p:cNvSpPr>
          <p:nvPr>
            <p:ph type="title"/>
          </p:nvPr>
        </p:nvSpPr>
        <p:spPr>
          <a:xfrm>
            <a:off x="720000" y="26986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Cyrl-RS" dirty="0" smtClean="0">
                <a:latin typeface="Times New Roman" pitchFamily="18" charset="0"/>
                <a:cs typeface="Times New Roman" pitchFamily="18" charset="0"/>
              </a:rPr>
              <a:t>Аутоматизација и друштво</a:t>
            </a:r>
            <a:endParaRPr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95" name="Google Shape;895;p44"/>
          <p:cNvSpPr txBox="1">
            <a:spLocks noGrp="1"/>
          </p:cNvSpPr>
          <p:nvPr>
            <p:ph type="subTitle" idx="2"/>
          </p:nvPr>
        </p:nvSpPr>
        <p:spPr>
          <a:xfrm>
            <a:off x="359749" y="840223"/>
            <a:ext cx="6855804" cy="30811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>
              <a:buClr>
                <a:schemeClr val="accent1"/>
              </a:buClr>
              <a:buFont typeface="Arial" pitchFamily="34" charset="0"/>
              <a:buChar char="•"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Аутоматизација покреће питања везана за запошљавање и друштвене промене.</a:t>
            </a:r>
          </a:p>
          <a:p>
            <a:pPr algn="just">
              <a:buClr>
                <a:schemeClr val="accent1"/>
              </a:buClr>
              <a:buFont typeface="Arial" pitchFamily="34" charset="0"/>
              <a:buChar char="•"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Иако је страх од губитка послова велики, аутоматизација често ствара нове, квалификоване и боље плаћене послове.</a:t>
            </a:r>
          </a:p>
          <a:p>
            <a:pPr algn="just">
              <a:buClr>
                <a:schemeClr val="accent1"/>
              </a:buClr>
              <a:buFont typeface="Arial" pitchFamily="34" charset="0"/>
              <a:buChar char="•"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Утицај на дугорочно запошљавање остаје нејасан – неки тврде да ће аутоматизација смањити вредност рада, док други верују да повећава укупну добробит.</a:t>
            </a:r>
          </a:p>
          <a:p>
            <a:pPr algn="just">
              <a:buClr>
                <a:schemeClr val="accent1"/>
              </a:buClr>
              <a:buFont typeface="Arial" pitchFamily="34" charset="0"/>
              <a:buChar char="•"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Примери: телефонски оператери и медицински истраживачи замењени су аутоматизованим системима, а роботи све више обављају сложене медицинске захвате.</a:t>
            </a:r>
          </a:p>
          <a:p>
            <a:pPr algn="just">
              <a:buClr>
                <a:schemeClr val="accent1"/>
              </a:buClr>
              <a:buFont typeface="Arial" pitchFamily="34" charset="0"/>
              <a:buChar char="•"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Глобалне промене у запошљавању показују да је губитак послова у производњи присутан свуда, укључујући Кину и САД.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45"/>
          <p:cNvSpPr txBox="1">
            <a:spLocks noGrp="1"/>
          </p:cNvSpPr>
          <p:nvPr>
            <p:ph type="title"/>
          </p:nvPr>
        </p:nvSpPr>
        <p:spPr>
          <a:xfrm>
            <a:off x="743446" y="26986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Cyrl-RS" dirty="0" smtClean="0">
                <a:latin typeface="Times New Roman" pitchFamily="18" charset="0"/>
                <a:cs typeface="Times New Roman" pitchFamily="18" charset="0"/>
              </a:rPr>
              <a:t>Хоризонталне машине за паковање</a:t>
            </a:r>
            <a:endParaRPr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07" name="Google Shape;907;p45"/>
          <p:cNvSpPr txBox="1">
            <a:spLocks noGrp="1"/>
          </p:cNvSpPr>
          <p:nvPr>
            <p:ph type="subTitle" idx="2"/>
          </p:nvPr>
        </p:nvSpPr>
        <p:spPr>
          <a:xfrm>
            <a:off x="0" y="871524"/>
            <a:ext cx="6910754" cy="325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buClr>
                <a:schemeClr val="accent1"/>
              </a:buClr>
              <a:buFont typeface="Arial" pitchFamily="34" charset="0"/>
              <a:buChar char="•"/>
            </a:pPr>
            <a:r>
              <a:rPr lang="ru-RU" dirty="0"/>
              <a:t>Хоризонталне "flow pack" машине су кључне за аутоматско паковање у различитим индустријама (храна, козметика, фармацеутски производи</a:t>
            </a:r>
            <a:r>
              <a:rPr lang="ru-RU" dirty="0" smtClean="0"/>
              <a:t>).</a:t>
            </a:r>
            <a:endParaRPr lang="en-US" dirty="0" smtClean="0"/>
          </a:p>
          <a:p>
            <a:pPr marL="285750" lvl="0" indent="-285750" algn="just">
              <a:buClr>
                <a:schemeClr val="accent1"/>
              </a:buClr>
              <a:buFont typeface="Arial" pitchFamily="34" charset="0"/>
              <a:buChar char="•"/>
            </a:pPr>
            <a:r>
              <a:rPr lang="ru-RU" dirty="0" smtClean="0"/>
              <a:t>Ове </a:t>
            </a:r>
            <a:r>
              <a:rPr lang="ru-RU" dirty="0"/>
              <a:t>машине омогућавају брзо и прецизно паковање, прилагодљиве су различитим производима и облицима амбалаже</a:t>
            </a:r>
            <a:r>
              <a:rPr lang="ru-RU" dirty="0" smtClean="0"/>
              <a:t>.</a:t>
            </a:r>
            <a:endParaRPr lang="en-US" dirty="0" smtClean="0"/>
          </a:p>
          <a:p>
            <a:pPr marL="285750" lvl="0" indent="-285750" algn="just">
              <a:buClr>
                <a:schemeClr val="accent1"/>
              </a:buClr>
              <a:buFont typeface="Arial" pitchFamily="34" charset="0"/>
              <a:buChar char="•"/>
            </a:pPr>
            <a:r>
              <a:rPr lang="ru-RU" dirty="0" smtClean="0"/>
              <a:t>Омогућавају </a:t>
            </a:r>
            <a:r>
              <a:rPr lang="ru-RU" dirty="0"/>
              <a:t>подешавање параметара као што су брзина и температура, што пружа флексибилност у процесу паковања</a:t>
            </a:r>
            <a:r>
              <a:rPr lang="ru-RU" dirty="0" smtClean="0"/>
              <a:t>.</a:t>
            </a:r>
            <a:endParaRPr lang="en-US" dirty="0" smtClean="0"/>
          </a:p>
          <a:p>
            <a:pPr marL="285750" lvl="0" indent="-285750" algn="just">
              <a:buClr>
                <a:schemeClr val="accent1"/>
              </a:buClr>
              <a:buFont typeface="Arial" pitchFamily="34" charset="0"/>
              <a:buChar char="•"/>
            </a:pPr>
            <a:r>
              <a:rPr lang="ru-RU" dirty="0" smtClean="0"/>
              <a:t>FW </a:t>
            </a:r>
            <a:r>
              <a:rPr lang="ru-RU" dirty="0"/>
              <a:t>750S-LR серија: опремљена попречним варом контролисаним сервомотором, ради у моду "крени-стани", пакује до 60-200 производа у минути</a:t>
            </a:r>
            <a:r>
              <a:rPr lang="ru-RU" dirty="0" smtClean="0"/>
              <a:t>.</a:t>
            </a:r>
            <a:endParaRPr lang="en-US" dirty="0" smtClean="0"/>
          </a:p>
          <a:p>
            <a:pPr marL="285750" lvl="0" indent="-285750" algn="just">
              <a:buClr>
                <a:schemeClr val="accent1"/>
              </a:buClr>
              <a:buFont typeface="Arial" pitchFamily="34" charset="0"/>
              <a:buChar char="•"/>
            </a:pPr>
            <a:r>
              <a:rPr lang="ru-RU" dirty="0" smtClean="0"/>
              <a:t>Идеална </a:t>
            </a:r>
            <a:r>
              <a:rPr lang="ru-RU" dirty="0"/>
              <a:t>за широк спектар производа различитих димензија и висина, са могућношћу убризгавања гаса за продужење рока трајања.</a:t>
            </a:r>
            <a:endParaRPr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9522" y="3094894"/>
            <a:ext cx="3223833" cy="18510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46"/>
          <p:cNvSpPr txBox="1">
            <a:spLocks noGrp="1"/>
          </p:cNvSpPr>
          <p:nvPr>
            <p:ph type="title"/>
          </p:nvPr>
        </p:nvSpPr>
        <p:spPr>
          <a:xfrm>
            <a:off x="702415" y="26400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Cyrl-RS" dirty="0" smtClean="0">
                <a:latin typeface="Times New Roman" pitchFamily="18" charset="0"/>
                <a:cs typeface="Times New Roman" pitchFamily="18" charset="0"/>
              </a:rPr>
              <a:t>Вертикалне машине за паковање</a:t>
            </a:r>
            <a:endParaRPr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ubtitle 6"/>
          <p:cNvSpPr>
            <a:spLocks noGrp="1"/>
          </p:cNvSpPr>
          <p:nvPr>
            <p:ph type="subTitle" idx="3"/>
          </p:nvPr>
        </p:nvSpPr>
        <p:spPr>
          <a:xfrm>
            <a:off x="353059" y="825870"/>
            <a:ext cx="6387710" cy="3189283"/>
          </a:xfrm>
        </p:spPr>
        <p:txBody>
          <a:bodyPr/>
          <a:lstStyle/>
          <a:p>
            <a:pPr algn="just">
              <a:buClr>
                <a:schemeClr val="accent1"/>
              </a:buClr>
              <a:buFont typeface="Arial" pitchFamily="34" charset="0"/>
              <a:buChar char="•"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Машине су дизајниране за паковање тешко проточних производа у праху (брашно, млеко у праху, зачини, скроб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Clr>
                <a:schemeClr val="accent1"/>
              </a:buClr>
              <a:buFont typeface="Arial" pitchFamily="34" charset="0"/>
              <a:buChar char="•"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Капацитет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дозирања се креће од 2 до 1000 мл, у зависности од модела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Clr>
                <a:schemeClr val="accent1"/>
              </a:buClr>
              <a:buFont typeface="Arial" pitchFamily="34" charset="0"/>
              <a:buChar char="•"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Прецизно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дозирање се постиже бројем обртаја пужа за дозирање, а управљање је омогућено преко PLC контролера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Clr>
                <a:schemeClr val="accent1"/>
              </a:buClr>
              <a:buFont typeface="Arial" pitchFamily="34" charset="0"/>
              <a:buChar char="•"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Машина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формира кесу, пуни је дозом производа, затим варе кесу.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Clr>
                <a:schemeClr val="accent1"/>
              </a:buClr>
              <a:buFont typeface="Arial" pitchFamily="34" charset="0"/>
              <a:buChar char="•"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Подржава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различите материјале (папир, алуминијум, најлон) и може имати фотосензор за фолије са штампом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Clr>
                <a:schemeClr val="accent1"/>
              </a:buClr>
              <a:buFont typeface="Arial" pitchFamily="34" charset="0"/>
              <a:buChar char="•"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Карактеристике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: екран осетљив на додир, прецизно дозирање, фотосензор, утискивање датума, PLC контролер, пуњење гасом.</a:t>
            </a:r>
            <a:endParaRPr lang="en-GB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1" y="984738"/>
            <a:ext cx="2330944" cy="303772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47"/>
          <p:cNvSpPr txBox="1">
            <a:spLocks noGrp="1"/>
          </p:cNvSpPr>
          <p:nvPr>
            <p:ph type="title"/>
          </p:nvPr>
        </p:nvSpPr>
        <p:spPr>
          <a:xfrm>
            <a:off x="737585" y="26400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Cyrl-RS" dirty="0" smtClean="0">
                <a:latin typeface="Times New Roman" pitchFamily="18" charset="0"/>
                <a:cs typeface="Times New Roman" pitchFamily="18" charset="0"/>
              </a:rPr>
              <a:t>Машине за вакумско паковање</a:t>
            </a:r>
            <a:endParaRPr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Subtitle 1"/>
          <p:cNvSpPr>
            <a:spLocks noGrp="1"/>
          </p:cNvSpPr>
          <p:nvPr>
            <p:ph type="subTitle" idx="2"/>
          </p:nvPr>
        </p:nvSpPr>
        <p:spPr>
          <a:xfrm>
            <a:off x="0" y="819333"/>
            <a:ext cx="7638303" cy="3107897"/>
          </a:xfrm>
        </p:spPr>
        <p:txBody>
          <a:bodyPr/>
          <a:lstStyle/>
          <a:p>
            <a:pPr algn="just">
              <a:buClr>
                <a:schemeClr val="accent1"/>
              </a:buClr>
              <a:buFont typeface="Arial" pitchFamily="34" charset="0"/>
              <a:buChar char="•"/>
            </a:pPr>
            <a:r>
              <a:rPr lang="sr-Cyrl-RS" dirty="0">
                <a:latin typeface="Times New Roman" pitchFamily="18" charset="0"/>
                <a:cs typeface="Times New Roman" pitchFamily="18" charset="0"/>
              </a:rPr>
              <a:t>Вакуум паковање продужава век трајања производа (месо, сир, печурке), побољшава изглед и квалитет производа.</a:t>
            </a:r>
          </a:p>
          <a:p>
            <a:pPr algn="just">
              <a:buClr>
                <a:schemeClr val="accent1"/>
              </a:buClr>
              <a:buFont typeface="Arial" pitchFamily="34" charset="0"/>
              <a:buChar char="•"/>
            </a:pPr>
            <a:r>
              <a:rPr lang="sr-Cyrl-RS" dirty="0">
                <a:latin typeface="Times New Roman" pitchFamily="18" charset="0"/>
                <a:cs typeface="Times New Roman" pitchFamily="18" charset="0"/>
              </a:rPr>
              <a:t>Хенкелман вакумирке омогућавају вакумирање различитих производа, укључујући течности, производе са костима и маринирање за кратко време.</a:t>
            </a:r>
          </a:p>
          <a:p>
            <a:pPr algn="just">
              <a:buClr>
                <a:schemeClr val="accent1"/>
              </a:buClr>
              <a:buFont typeface="Arial" pitchFamily="34" charset="0"/>
              <a:buChar char="•"/>
            </a:pPr>
            <a:r>
              <a:rPr lang="sr-Cyrl-RS" dirty="0">
                <a:latin typeface="Times New Roman" pitchFamily="18" charset="0"/>
                <a:cs typeface="Times New Roman" pitchFamily="18" charset="0"/>
              </a:rPr>
              <a:t>Вакумирање у заштићеној атмосфери (МАП) продужава свежину осетљивих производа као што су коре за питу, тортиље, и чипсеви.</a:t>
            </a:r>
          </a:p>
          <a:p>
            <a:endParaRPr lang="en-GB" b="1" dirty="0" smtClean="0"/>
          </a:p>
          <a:p>
            <a:endParaRPr lang="en-GB" b="1" dirty="0"/>
          </a:p>
          <a:p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4754" y="2044212"/>
            <a:ext cx="2936629" cy="293662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p49"/>
          <p:cNvSpPr txBox="1">
            <a:spLocks noGrp="1"/>
          </p:cNvSpPr>
          <p:nvPr>
            <p:ph type="title"/>
          </p:nvPr>
        </p:nvSpPr>
        <p:spPr>
          <a:xfrm>
            <a:off x="1504166" y="270127"/>
            <a:ext cx="5732100" cy="53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Cyrl-RS" sz="3000" dirty="0" smtClean="0">
                <a:latin typeface="Times New Roman" pitchFamily="18" charset="0"/>
                <a:cs typeface="Times New Roman" pitchFamily="18" charset="0"/>
              </a:rPr>
              <a:t>Термоформерске машине</a:t>
            </a:r>
            <a:endParaRPr sz="3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0" y="844060"/>
            <a:ext cx="7356229" cy="2743201"/>
          </a:xfrm>
        </p:spPr>
        <p:txBody>
          <a:bodyPr/>
          <a:lstStyle/>
          <a:p>
            <a:pPr algn="just">
              <a:buClr>
                <a:schemeClr val="accent1"/>
              </a:buClr>
              <a:buSzPct val="100000"/>
              <a:buFont typeface="Arial" pitchFamily="34" charset="0"/>
              <a:buChar char="•"/>
            </a:pPr>
            <a:r>
              <a:rPr lang="ru-RU" sz="1400" b="1" dirty="0">
                <a:latin typeface="Times New Roman" pitchFamily="18" charset="0"/>
                <a:cs typeface="Times New Roman" pitchFamily="18" charset="0"/>
              </a:rPr>
              <a:t>Намена:</a:t>
            </a:r>
            <a:r>
              <a:rPr lang="ru-RU" sz="1400" dirty="0">
                <a:latin typeface="Times New Roman" pitchFamily="18" charset="0"/>
                <a:cs typeface="Times New Roman" pitchFamily="18" charset="0"/>
              </a:rPr>
              <a:t> Аутоматска машина за одмеравање, дозирање и затварање мањих PVC и полистиренских посуда, уз истовремену израду амбалаже термоформирањем.</a:t>
            </a:r>
          </a:p>
          <a:p>
            <a:pPr algn="just">
              <a:buClr>
                <a:schemeClr val="accent1"/>
              </a:buClr>
              <a:buSzPct val="100000"/>
              <a:buFont typeface="Arial" pitchFamily="34" charset="0"/>
              <a:buChar char="•"/>
            </a:pPr>
            <a:r>
              <a:rPr lang="ru-RU" sz="1400" b="1" dirty="0">
                <a:latin typeface="Times New Roman" pitchFamily="18" charset="0"/>
                <a:cs typeface="Times New Roman" pitchFamily="18" charset="0"/>
              </a:rPr>
              <a:t>Паковање:</a:t>
            </a:r>
            <a:r>
              <a:rPr lang="ru-RU" sz="1400" dirty="0">
                <a:latin typeface="Times New Roman" pitchFamily="18" charset="0"/>
                <a:cs typeface="Times New Roman" pitchFamily="18" charset="0"/>
              </a:rPr>
              <a:t> Посебно дизајнирана за паковање чаја у PVC кашичице, које излазе из машине као пакет са четири кашичице.</a:t>
            </a:r>
          </a:p>
          <a:p>
            <a:pPr algn="just">
              <a:buClr>
                <a:schemeClr val="accent1"/>
              </a:buClr>
              <a:buSzPct val="100000"/>
              <a:buFont typeface="Arial" pitchFamily="34" charset="0"/>
              <a:buChar char="•"/>
            </a:pPr>
            <a:r>
              <a:rPr lang="ru-RU" sz="1400" b="1" dirty="0">
                <a:latin typeface="Times New Roman" pitchFamily="18" charset="0"/>
                <a:cs typeface="Times New Roman" pitchFamily="18" charset="0"/>
              </a:rPr>
              <a:t>Затварање:</a:t>
            </a:r>
            <a:r>
              <a:rPr lang="ru-RU" sz="1400" dirty="0">
                <a:latin typeface="Times New Roman" pitchFamily="18" charset="0"/>
                <a:cs typeface="Times New Roman" pitchFamily="18" charset="0"/>
              </a:rPr>
              <a:t> Затварање посуда се врши термо заваривањем помоћу стално загрејане пегле, уз контролу температуре терморегулатором.</a:t>
            </a:r>
          </a:p>
          <a:p>
            <a:pPr algn="just">
              <a:buClr>
                <a:schemeClr val="accent1"/>
              </a:buClr>
              <a:buSzPct val="100000"/>
              <a:buFont typeface="Arial" pitchFamily="34" charset="0"/>
              <a:buChar char="•"/>
            </a:pPr>
            <a:r>
              <a:rPr lang="ru-RU" sz="1400" b="1" dirty="0">
                <a:latin typeface="Times New Roman" pitchFamily="18" charset="0"/>
                <a:cs typeface="Times New Roman" pitchFamily="18" charset="0"/>
              </a:rPr>
              <a:t>Погони:</a:t>
            </a:r>
            <a:r>
              <a:rPr lang="ru-RU" sz="1400" dirty="0">
                <a:latin typeface="Times New Roman" pitchFamily="18" charset="0"/>
                <a:cs typeface="Times New Roman" pitchFamily="18" charset="0"/>
              </a:rPr>
              <a:t> Комбинација пнеуматских и механичких механизама за формирање, дозирање, затварање, одсецање и намотавање отпадне фолије, све управљано програмабилним логичким контролером (PLC).</a:t>
            </a:r>
          </a:p>
          <a:p>
            <a:pPr algn="just">
              <a:buClr>
                <a:schemeClr val="accent1"/>
              </a:buClr>
              <a:buSzPct val="100000"/>
              <a:buFont typeface="Arial" pitchFamily="34" charset="0"/>
              <a:buChar char="•"/>
            </a:pPr>
            <a:r>
              <a:rPr lang="ru-RU" sz="1400" b="1" dirty="0">
                <a:latin typeface="Times New Roman" pitchFamily="18" charset="0"/>
                <a:cs typeface="Times New Roman" pitchFamily="18" charset="0"/>
              </a:rPr>
              <a:t>Одржавање:</a:t>
            </a:r>
            <a:r>
              <a:rPr lang="ru-RU" sz="1400" dirty="0">
                <a:latin typeface="Times New Roman" pitchFamily="18" charset="0"/>
                <a:cs typeface="Times New Roman" pitchFamily="18" charset="0"/>
              </a:rPr>
              <a:t> Захтева два руковаоца - један управља процесом рада машине, други доноси амбалажу и односи готове производе у магацин.</a:t>
            </a:r>
          </a:p>
          <a:p>
            <a:pPr algn="just"/>
            <a:endParaRPr lang="en-GB" sz="1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1238" y="3124199"/>
            <a:ext cx="3475238" cy="195482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p52"/>
          <p:cNvSpPr txBox="1">
            <a:spLocks noGrp="1"/>
          </p:cNvSpPr>
          <p:nvPr>
            <p:ph type="subTitle" idx="1"/>
          </p:nvPr>
        </p:nvSpPr>
        <p:spPr>
          <a:xfrm>
            <a:off x="365717" y="1313477"/>
            <a:ext cx="8010422" cy="32409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>
              <a:buClr>
                <a:schemeClr val="accent1"/>
              </a:buClr>
              <a:buFont typeface="Arial" pitchFamily="34" charset="0"/>
              <a:buChar char="•"/>
            </a:pPr>
            <a:r>
              <a:rPr lang="ru-RU" sz="1400" dirty="0">
                <a:latin typeface="Times New Roman" pitchFamily="18" charset="0"/>
                <a:cs typeface="Times New Roman" pitchFamily="18" charset="0"/>
              </a:rPr>
              <a:t>Повећање продуктивности и смањење трошкова рада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285750" lvl="0" indent="-285750" algn="just">
              <a:buClr>
                <a:schemeClr val="accent1"/>
              </a:buClr>
              <a:buFont typeface="Arial" pitchFamily="34" charset="0"/>
              <a:buChar char="•"/>
            </a:pP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Побољшање </a:t>
            </a:r>
            <a:r>
              <a:rPr lang="ru-RU" sz="1400" dirty="0">
                <a:latin typeface="Times New Roman" pitchFamily="18" charset="0"/>
                <a:cs typeface="Times New Roman" pitchFamily="18" charset="0"/>
              </a:rPr>
              <a:t>безбедности и смањење људских грешака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285750" lvl="0" indent="-285750" algn="just">
              <a:buClr>
                <a:schemeClr val="accent1"/>
              </a:buClr>
              <a:buFont typeface="Arial" pitchFamily="34" charset="0"/>
              <a:buChar char="•"/>
            </a:pP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Конзистентан </a:t>
            </a:r>
            <a:r>
              <a:rPr lang="ru-RU" sz="1400" dirty="0">
                <a:latin typeface="Times New Roman" pitchFamily="18" charset="0"/>
                <a:cs typeface="Times New Roman" pitchFamily="18" charset="0"/>
              </a:rPr>
              <a:t>квалитет производа и боља контрола квалитета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285750" lvl="0" indent="-285750" algn="just">
              <a:buClr>
                <a:schemeClr val="accent1"/>
              </a:buClr>
              <a:buFont typeface="Arial" pitchFamily="34" charset="0"/>
              <a:buChar char="•"/>
            </a:pP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Оптимизација </a:t>
            </a:r>
            <a:r>
              <a:rPr lang="ru-RU" sz="1400" dirty="0">
                <a:latin typeface="Times New Roman" pitchFamily="18" charset="0"/>
                <a:cs typeface="Times New Roman" pitchFamily="18" charset="0"/>
              </a:rPr>
              <a:t>коришћења материјала и смањење отпада (еколошка одрживост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marL="285750" lvl="0" indent="-285750" algn="just">
              <a:buClr>
                <a:schemeClr val="accent1"/>
              </a:buClr>
              <a:buFont typeface="Arial" pitchFamily="34" charset="0"/>
              <a:buChar char="•"/>
            </a:pP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Бржа </a:t>
            </a:r>
            <a:r>
              <a:rPr lang="ru-RU" sz="1400" dirty="0">
                <a:latin typeface="Times New Roman" pitchFamily="18" charset="0"/>
                <a:cs typeface="Times New Roman" pitchFamily="18" charset="0"/>
              </a:rPr>
              <a:t>испорука производа и боља логистика.</a:t>
            </a:r>
            <a:endParaRPr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5" name="Google Shape;967;p47"/>
          <p:cNvSpPr txBox="1">
            <a:spLocks noGrp="1"/>
          </p:cNvSpPr>
          <p:nvPr>
            <p:ph type="title"/>
          </p:nvPr>
        </p:nvSpPr>
        <p:spPr>
          <a:xfrm>
            <a:off x="714138" y="26400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Cyrl-RS" sz="3000" dirty="0" smtClean="0">
                <a:latin typeface="Times New Roman" pitchFamily="18" charset="0"/>
                <a:cs typeface="Times New Roman" pitchFamily="18" charset="0"/>
              </a:rPr>
              <a:t>Предности употреба машина за аутоматско паковање</a:t>
            </a:r>
            <a:endParaRPr sz="3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5" name="Google Shape;1405;p54"/>
          <p:cNvSpPr txBox="1">
            <a:spLocks noGrp="1"/>
          </p:cNvSpPr>
          <p:nvPr>
            <p:ph type="title"/>
          </p:nvPr>
        </p:nvSpPr>
        <p:spPr>
          <a:xfrm>
            <a:off x="654610" y="264008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Cyrl-RS" dirty="0" smtClean="0">
                <a:latin typeface="Times New Roman" pitchFamily="18" charset="0"/>
                <a:cs typeface="Times New Roman" pitchFamily="18" charset="0"/>
              </a:rPr>
              <a:t>Будућност машина за паковање</a:t>
            </a:r>
            <a:endParaRPr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10" name="Google Shape;1410;p54"/>
          <p:cNvSpPr txBox="1"/>
          <p:nvPr/>
        </p:nvSpPr>
        <p:spPr>
          <a:xfrm>
            <a:off x="365028" y="837429"/>
            <a:ext cx="7337034" cy="3136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Clr>
                <a:schemeClr val="accent1"/>
              </a:buClr>
              <a:buFont typeface="Arial" pitchFamily="34" charset="0"/>
              <a:buChar char="•"/>
            </a:pPr>
            <a:r>
              <a:rPr lang="ru-RU" b="1" dirty="0">
                <a:latin typeface="Times New Roman" pitchFamily="18" charset="0"/>
                <a:cs typeface="Times New Roman" pitchFamily="18" charset="0"/>
              </a:rPr>
              <a:t>AI и машинско учење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: Аутоматско прилагођавање параметара у реалном времену за већу продуктивност и смањење трошкова.</a:t>
            </a:r>
          </a:p>
          <a:p>
            <a:pPr marL="285750" indent="-285750">
              <a:buClr>
                <a:schemeClr val="accent1"/>
              </a:buClr>
              <a:buFont typeface="Arial" pitchFamily="34" charset="0"/>
              <a:buChar char="•"/>
            </a:pPr>
            <a:r>
              <a:rPr lang="ru-RU" b="1" dirty="0">
                <a:latin typeface="Times New Roman" pitchFamily="18" charset="0"/>
                <a:cs typeface="Times New Roman" pitchFamily="18" charset="0"/>
              </a:rPr>
              <a:t>Роботика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: Брза адаптација производних линија и сарадња робота са оператерима.</a:t>
            </a:r>
          </a:p>
          <a:p>
            <a:pPr marL="285750" indent="-285750">
              <a:buClr>
                <a:schemeClr val="accent1"/>
              </a:buClr>
              <a:buFont typeface="Arial" pitchFamily="34" charset="0"/>
              <a:buChar char="•"/>
            </a:pPr>
            <a:r>
              <a:rPr lang="ru-RU" b="1" dirty="0">
                <a:latin typeface="Times New Roman" pitchFamily="18" charset="0"/>
                <a:cs typeface="Times New Roman" pitchFamily="18" charset="0"/>
              </a:rPr>
              <a:t>Паметни материјали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: Дужи рок трајања и боља заштита производа.</a:t>
            </a:r>
          </a:p>
          <a:p>
            <a:pPr marL="285750" indent="-285750">
              <a:buClr>
                <a:schemeClr val="accent1"/>
              </a:buClr>
              <a:buFont typeface="Arial" pitchFamily="34" charset="0"/>
              <a:buChar char="•"/>
            </a:pPr>
            <a:r>
              <a:rPr lang="ru-RU" b="1" dirty="0">
                <a:latin typeface="Times New Roman" pitchFamily="18" charset="0"/>
                <a:cs typeface="Times New Roman" pitchFamily="18" charset="0"/>
              </a:rPr>
              <a:t>IoT интеграција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: Повезаност машина за праћење и оптимизацију процеса у реалном времену.</a:t>
            </a:r>
          </a:p>
          <a:p>
            <a:pPr marL="285750" indent="-285750">
              <a:buClr>
                <a:schemeClr val="accent1"/>
              </a:buClr>
              <a:buFont typeface="Arial" pitchFamily="34" charset="0"/>
              <a:buChar char="•"/>
            </a:pPr>
            <a:r>
              <a:rPr lang="ru-RU" b="1" dirty="0">
                <a:latin typeface="Times New Roman" pitchFamily="18" charset="0"/>
                <a:cs typeface="Times New Roman" pitchFamily="18" charset="0"/>
              </a:rPr>
              <a:t>Одрживост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: Смањење отпада и употреба еколошких материјала.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Istok Web"/>
              <a:ea typeface="Istok Web"/>
              <a:cs typeface="Istok Web"/>
              <a:sym typeface="Istok Web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14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4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14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14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14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9" name="Google Shape;1459;p58"/>
          <p:cNvSpPr txBox="1">
            <a:spLocks noGrp="1"/>
          </p:cNvSpPr>
          <p:nvPr>
            <p:ph type="title"/>
          </p:nvPr>
        </p:nvSpPr>
        <p:spPr>
          <a:xfrm>
            <a:off x="672195" y="264007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Cyrl-RS" dirty="0" smtClean="0">
                <a:latin typeface="Times New Roman" pitchFamily="18" charset="0"/>
                <a:cs typeface="Times New Roman" pitchFamily="18" charset="0"/>
              </a:rPr>
              <a:t>Безбедност у аутоматизацији паковања</a:t>
            </a:r>
            <a:endParaRPr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61" name="Google Shape;1461;p58"/>
          <p:cNvSpPr txBox="1"/>
          <p:nvPr/>
        </p:nvSpPr>
        <p:spPr>
          <a:xfrm flipH="1">
            <a:off x="356608" y="825465"/>
            <a:ext cx="7585775" cy="3236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Clr>
                <a:schemeClr val="accent1"/>
              </a:buClr>
              <a:buFont typeface="Arial" pitchFamily="34" charset="0"/>
              <a:buChar char="•"/>
            </a:pPr>
            <a:r>
              <a:rPr lang="ru-RU" b="1" dirty="0">
                <a:latin typeface="Times New Roman" pitchFamily="18" charset="0"/>
                <a:cs typeface="Times New Roman" pitchFamily="18" charset="0"/>
              </a:rPr>
              <a:t>Мањи ризик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: Аутоматизација смањује потребу за ручним радом у опасним задацима, чиме се смањују повреде.</a:t>
            </a:r>
          </a:p>
          <a:p>
            <a:pPr marL="285750" indent="-285750">
              <a:buClr>
                <a:schemeClr val="accent1"/>
              </a:buClr>
              <a:buFont typeface="Arial" pitchFamily="34" charset="0"/>
              <a:buChar char="•"/>
            </a:pPr>
            <a:r>
              <a:rPr lang="ru-RU" b="1" dirty="0">
                <a:latin typeface="Times New Roman" pitchFamily="18" charset="0"/>
                <a:cs typeface="Times New Roman" pitchFamily="18" charset="0"/>
              </a:rPr>
              <a:t>Сигурносни системи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: Машине имају сензоре и механизме за хитно заустављање, обезбеђујући сигуран рад.</a:t>
            </a:r>
          </a:p>
          <a:p>
            <a:pPr marL="285750" indent="-285750">
              <a:buClr>
                <a:schemeClr val="accent1"/>
              </a:buClr>
              <a:buFont typeface="Arial" pitchFamily="34" charset="0"/>
              <a:buChar char="•"/>
            </a:pPr>
            <a:r>
              <a:rPr lang="ru-RU" b="1" dirty="0">
                <a:latin typeface="Times New Roman" pitchFamily="18" charset="0"/>
                <a:cs typeface="Times New Roman" pitchFamily="18" charset="0"/>
              </a:rPr>
              <a:t>Смањење грешака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: Аутоматизација елиминише људске грешке и побољшава конзистентност у паковању.</a:t>
            </a:r>
          </a:p>
          <a:p>
            <a:pPr marL="285750" indent="-285750">
              <a:buClr>
                <a:schemeClr val="accent1"/>
              </a:buClr>
              <a:buFont typeface="Arial" pitchFamily="34" charset="0"/>
              <a:buChar char="•"/>
            </a:pPr>
            <a:r>
              <a:rPr lang="ru-RU" b="1" dirty="0">
                <a:latin typeface="Times New Roman" pitchFamily="18" charset="0"/>
                <a:cs typeface="Times New Roman" pitchFamily="18" charset="0"/>
              </a:rPr>
              <a:t>Надзор ризика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: Системи спречавају приступ опасним зонама и смањују време радника у ризичним условима.</a:t>
            </a:r>
          </a:p>
          <a:p>
            <a:pPr marL="285750" indent="-285750">
              <a:buClr>
                <a:schemeClr val="accent1"/>
              </a:buClr>
              <a:buFont typeface="Arial" pitchFamily="34" charset="0"/>
              <a:buChar char="•"/>
            </a:pPr>
            <a:r>
              <a:rPr lang="ru-RU" b="1" dirty="0">
                <a:latin typeface="Times New Roman" pitchFamily="18" charset="0"/>
                <a:cs typeface="Times New Roman" pitchFamily="18" charset="0"/>
              </a:rPr>
              <a:t>Будућност сигурности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: Напредни алгоритми и AI ће предвиђати и спречавати опасности.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Istok Web"/>
              <a:ea typeface="Istok Web"/>
              <a:cs typeface="Istok Web"/>
              <a:sym typeface="Istok Web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4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4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4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4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4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" name="Google Shape;1536;p59"/>
          <p:cNvSpPr txBox="1">
            <a:spLocks noGrp="1"/>
          </p:cNvSpPr>
          <p:nvPr>
            <p:ph type="title"/>
          </p:nvPr>
        </p:nvSpPr>
        <p:spPr>
          <a:xfrm>
            <a:off x="724948" y="264007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Cyrl-RS" dirty="0" smtClean="0">
                <a:latin typeface="Times New Roman" pitchFamily="18" charset="0"/>
                <a:cs typeface="Times New Roman" pitchFamily="18" charset="0"/>
              </a:rPr>
              <a:t>Изазови и могућности</a:t>
            </a:r>
            <a:endParaRPr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Google Shape;1461;p58"/>
          <p:cNvSpPr txBox="1"/>
          <p:nvPr/>
        </p:nvSpPr>
        <p:spPr>
          <a:xfrm flipH="1">
            <a:off x="-1" y="823747"/>
            <a:ext cx="7585775" cy="3103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Clr>
                <a:schemeClr val="accent1"/>
              </a:buClr>
              <a:buFont typeface="Arial" pitchFamily="34" charset="0"/>
              <a:buChar char="•"/>
            </a:pP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Високи 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трошкови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: Велики почетни трошкови за набавку и одржавање машина, посебно за мања предузећа.</a:t>
            </a:r>
          </a:p>
          <a:p>
            <a:pPr marL="285750" indent="-285750">
              <a:buClr>
                <a:schemeClr val="accent1"/>
              </a:buClr>
              <a:buFont typeface="Arial" pitchFamily="34" charset="0"/>
              <a:buChar char="•"/>
            </a:pPr>
            <a:r>
              <a:rPr lang="ru-RU" b="1" dirty="0">
                <a:latin typeface="Times New Roman" pitchFamily="18" charset="0"/>
                <a:cs typeface="Times New Roman" pitchFamily="18" charset="0"/>
              </a:rPr>
              <a:t>Обука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: Захтева квалификовано особље и додатне ресурсе за обуку.</a:t>
            </a:r>
          </a:p>
          <a:p>
            <a:pPr marL="285750" indent="-285750">
              <a:buClr>
                <a:schemeClr val="accent1"/>
              </a:buClr>
              <a:buFont typeface="Arial" pitchFamily="34" charset="0"/>
              <a:buChar char="•"/>
            </a:pPr>
            <a:r>
              <a:rPr lang="ru-RU" b="1" dirty="0">
                <a:latin typeface="Times New Roman" pitchFamily="18" charset="0"/>
                <a:cs typeface="Times New Roman" pitchFamily="18" charset="0"/>
              </a:rPr>
              <a:t>Повећана ефикасност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: Аутоматизација значајно повећава продуктивност и смањује отпад.</a:t>
            </a:r>
          </a:p>
          <a:p>
            <a:pPr marL="285750" indent="-285750">
              <a:buClr>
                <a:schemeClr val="accent1"/>
              </a:buClr>
              <a:buFont typeface="Arial" pitchFamily="34" charset="0"/>
              <a:buChar char="•"/>
            </a:pPr>
            <a:r>
              <a:rPr lang="ru-RU" b="1" dirty="0">
                <a:latin typeface="Times New Roman" pitchFamily="18" charset="0"/>
                <a:cs typeface="Times New Roman" pitchFamily="18" charset="0"/>
              </a:rPr>
              <a:t>AI и машинско учење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: Омогућавају оптимизацију процеса и континуирано побољшање перформанси.</a:t>
            </a:r>
          </a:p>
          <a:p>
            <a:pPr marL="285750" indent="-285750">
              <a:buClr>
                <a:schemeClr val="accent1"/>
              </a:buClr>
              <a:buFont typeface="Arial" pitchFamily="34" charset="0"/>
              <a:buChar char="•"/>
            </a:pPr>
            <a:r>
              <a:rPr lang="ru-RU" b="1" dirty="0">
                <a:latin typeface="Times New Roman" pitchFamily="18" charset="0"/>
                <a:cs typeface="Times New Roman" pitchFamily="18" charset="0"/>
              </a:rPr>
              <a:t>Нови материјали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: Паметни материјали продужавају рок трајања и подржавају одрживост.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Istok Web"/>
              <a:ea typeface="Istok Web"/>
              <a:cs typeface="Istok Web"/>
              <a:sym typeface="Istok Web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280409" y="1292670"/>
            <a:ext cx="8236406" cy="315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" name="Google Shape;1587;p60"/>
          <p:cNvSpPr txBox="1">
            <a:spLocks noGrp="1"/>
          </p:cNvSpPr>
          <p:nvPr>
            <p:ph type="title"/>
          </p:nvPr>
        </p:nvSpPr>
        <p:spPr>
          <a:xfrm>
            <a:off x="731723" y="26986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Cyrl-RS" dirty="0" smtClean="0">
                <a:latin typeface="Times New Roman" pitchFamily="18" charset="0"/>
                <a:cs typeface="Times New Roman" pitchFamily="18" charset="0"/>
              </a:rPr>
              <a:t>Шема</a:t>
            </a:r>
            <a:endParaRPr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95" name="Google Shape;1595;p60"/>
          <p:cNvSpPr txBox="1"/>
          <p:nvPr/>
        </p:nvSpPr>
        <p:spPr>
          <a:xfrm flipH="1">
            <a:off x="363414" y="762000"/>
            <a:ext cx="6465276" cy="2795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 algn="just">
              <a:buClr>
                <a:schemeClr val="accent1"/>
              </a:buClr>
              <a:buFont typeface="Arial" pitchFamily="34" charset="0"/>
              <a:buChar char="•"/>
            </a:pPr>
            <a:r>
              <a:rPr lang="sr-Cyrl-RS" b="1" dirty="0" smtClean="0">
                <a:latin typeface="Times New Roman" pitchFamily="18" charset="0"/>
                <a:cs typeface="Times New Roman" pitchFamily="18" charset="0"/>
              </a:rPr>
              <a:t>Процес</a:t>
            </a:r>
            <a:r>
              <a:rPr lang="sr-Cyrl-RS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sr-Cyrl-RS" dirty="0">
                <a:latin typeface="Times New Roman" pitchFamily="18" charset="0"/>
                <a:cs typeface="Times New Roman" pitchFamily="18" charset="0"/>
              </a:rPr>
              <a:t> Аутоматски систем паковања чоколадица у кутије, који укључује два сензора и две покретне траке (горњу и доњу).</a:t>
            </a:r>
          </a:p>
          <a:p>
            <a:pPr marL="285750" indent="-285750" algn="just">
              <a:buClr>
                <a:schemeClr val="accent1"/>
              </a:buClr>
              <a:buFont typeface="Arial" pitchFamily="34" charset="0"/>
              <a:buChar char="•"/>
            </a:pPr>
            <a:r>
              <a:rPr lang="sr-Cyrl-RS" b="1" dirty="0">
                <a:latin typeface="Times New Roman" pitchFamily="18" charset="0"/>
                <a:cs typeface="Times New Roman" pitchFamily="18" charset="0"/>
              </a:rPr>
              <a:t>Прва фаза:</a:t>
            </a:r>
            <a:r>
              <a:rPr lang="sr-Cyrl-RS" dirty="0">
                <a:latin typeface="Times New Roman" pitchFamily="18" charset="0"/>
                <a:cs typeface="Times New Roman" pitchFamily="18" charset="0"/>
              </a:rPr>
              <a:t> Подизање прве капије и постављање кутије на траку; доња трака се зауставља када први сензор детектује кутију и покреће горњу траку.</a:t>
            </a:r>
          </a:p>
          <a:p>
            <a:pPr marL="285750" indent="-285750" algn="just">
              <a:buClr>
                <a:schemeClr val="accent1"/>
              </a:buClr>
              <a:buFont typeface="Arial" pitchFamily="34" charset="0"/>
              <a:buChar char="•"/>
            </a:pPr>
            <a:r>
              <a:rPr lang="sr-Cyrl-RS" b="1" dirty="0">
                <a:latin typeface="Times New Roman" pitchFamily="18" charset="0"/>
                <a:cs typeface="Times New Roman" pitchFamily="18" charset="0"/>
              </a:rPr>
              <a:t>Друга фаза:</a:t>
            </a:r>
            <a:r>
              <a:rPr lang="sr-Cyrl-RS" dirty="0">
                <a:latin typeface="Times New Roman" pitchFamily="18" charset="0"/>
                <a:cs typeface="Times New Roman" pitchFamily="18" charset="0"/>
              </a:rPr>
              <a:t> Чоколадице се ређају на горњу траку; други сензор детектује број чоколадица и зауставља горњу траку када је постигнут задати број, покреће доњу траку.</a:t>
            </a:r>
          </a:p>
          <a:p>
            <a:pPr marL="285750" indent="-285750" algn="just">
              <a:buClr>
                <a:schemeClr val="accent1"/>
              </a:buClr>
              <a:buFont typeface="Arial" pitchFamily="34" charset="0"/>
              <a:buChar char="•"/>
            </a:pPr>
            <a:r>
              <a:rPr lang="sr-Cyrl-RS" b="1" dirty="0">
                <a:latin typeface="Times New Roman" pitchFamily="18" charset="0"/>
                <a:cs typeface="Times New Roman" pitchFamily="18" charset="0"/>
              </a:rPr>
              <a:t>Крај процеса:</a:t>
            </a:r>
            <a:r>
              <a:rPr lang="sr-Cyrl-RS" dirty="0">
                <a:latin typeface="Times New Roman" pitchFamily="18" charset="0"/>
                <a:cs typeface="Times New Roman" pitchFamily="18" charset="0"/>
              </a:rPr>
              <a:t> Капија на крају траке избацује кутију и процес се понавља.</a:t>
            </a:r>
          </a:p>
          <a:p>
            <a:pPr marL="285750" indent="-285750" algn="just">
              <a:buClr>
                <a:schemeClr val="accent1"/>
              </a:buClr>
              <a:buFont typeface="Arial" pitchFamily="34" charset="0"/>
              <a:buChar char="•"/>
            </a:pPr>
            <a:r>
              <a:rPr lang="sr-Cyrl-RS" b="1" dirty="0">
                <a:latin typeface="Times New Roman" pitchFamily="18" charset="0"/>
                <a:cs typeface="Times New Roman" pitchFamily="18" charset="0"/>
              </a:rPr>
              <a:t>Шема:</a:t>
            </a:r>
            <a:r>
              <a:rPr lang="sr-Cyrl-RS" dirty="0">
                <a:latin typeface="Times New Roman" pitchFamily="18" charset="0"/>
                <a:cs typeface="Times New Roman" pitchFamily="18" charset="0"/>
              </a:rPr>
              <a:t> Две целине - напајање за 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PLC </a:t>
            </a:r>
            <a:r>
              <a:rPr lang="sr-Cyrl-RS" dirty="0">
                <a:latin typeface="Times New Roman" pitchFamily="18" charset="0"/>
                <a:cs typeface="Times New Roman" pitchFamily="18" charset="0"/>
              </a:rPr>
              <a:t>и 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AC/DC </a:t>
            </a:r>
            <a:r>
              <a:rPr lang="sr-Cyrl-RS" dirty="0">
                <a:latin typeface="Times New Roman" pitchFamily="18" charset="0"/>
                <a:cs typeface="Times New Roman" pitchFamily="18" charset="0"/>
              </a:rPr>
              <a:t>претварач (прва целина); 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PLC, </a:t>
            </a:r>
            <a:r>
              <a:rPr lang="sr-Cyrl-RS" dirty="0">
                <a:latin typeface="Times New Roman" pitchFamily="18" charset="0"/>
                <a:cs typeface="Times New Roman" pitchFamily="18" charset="0"/>
              </a:rPr>
              <a:t>сензори и актуатори (друга целина), све повезано у „</a:t>
            </a:r>
            <a:r>
              <a:rPr lang="en-GB" dirty="0" err="1">
                <a:latin typeface="Times New Roman" pitchFamily="18" charset="0"/>
                <a:cs typeface="Times New Roman" pitchFamily="18" charset="0"/>
              </a:rPr>
              <a:t>autocad</a:t>
            </a:r>
            <a:r>
              <a:rPr lang="en-GB" dirty="0">
                <a:latin typeface="Times New Roman" pitchFamily="18" charset="0"/>
                <a:cs typeface="Times New Roman" pitchFamily="18" charset="0"/>
              </a:rPr>
              <a:t>“-</a:t>
            </a:r>
            <a:r>
              <a:rPr lang="sr-Cyrl-RS" dirty="0">
                <a:latin typeface="Times New Roman" pitchFamily="18" charset="0"/>
                <a:cs typeface="Times New Roman" pitchFamily="18" charset="0"/>
              </a:rPr>
              <a:t>у.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Istok Web"/>
              <a:ea typeface="Istok Web"/>
              <a:cs typeface="Istok Web"/>
              <a:sym typeface="Istok Web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5891" y="3026717"/>
            <a:ext cx="2489003" cy="20464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5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1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8" name="Google Shape;1618;p61"/>
          <p:cNvSpPr txBox="1">
            <a:spLocks noGrp="1"/>
          </p:cNvSpPr>
          <p:nvPr>
            <p:ph type="title"/>
          </p:nvPr>
        </p:nvSpPr>
        <p:spPr>
          <a:xfrm>
            <a:off x="730810" y="26987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sr-Cyrl-RS" dirty="0" smtClean="0">
                <a:latin typeface="Times New Roman" pitchFamily="18" charset="0"/>
                <a:cs typeface="Times New Roman" pitchFamily="18" charset="0"/>
              </a:rPr>
              <a:t>Модел система</a:t>
            </a:r>
            <a:endParaRPr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Google Shape;866;p43"/>
          <p:cNvSpPr txBox="1">
            <a:spLocks/>
          </p:cNvSpPr>
          <p:nvPr/>
        </p:nvSpPr>
        <p:spPr>
          <a:xfrm>
            <a:off x="0" y="785142"/>
            <a:ext cx="7012671" cy="280211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Clr>
                <a:schemeClr val="accent1"/>
              </a:buClr>
              <a:buFont typeface="Arial" pitchFamily="34" charset="0"/>
              <a:buChar char="•"/>
            </a:pP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Макета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Састоји се од два DC мотора, два CD читача као капије, два сензора и две траке са ваљцима.</a:t>
            </a:r>
          </a:p>
          <a:p>
            <a:pPr marL="285750" indent="-285750">
              <a:buClr>
                <a:schemeClr val="accent1"/>
              </a:buClr>
              <a:buFont typeface="Arial" pitchFamily="34" charset="0"/>
              <a:buChar char="•"/>
            </a:pPr>
            <a:r>
              <a:rPr lang="ru-RU" b="1" dirty="0">
                <a:latin typeface="Times New Roman" pitchFamily="18" charset="0"/>
                <a:cs typeface="Times New Roman" pitchFamily="18" charset="0"/>
              </a:rPr>
              <a:t>Магацин: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Десна страна макете садржи кутије које представљају магацин.</a:t>
            </a:r>
          </a:p>
          <a:p>
            <a:pPr marL="285750" indent="-285750">
              <a:buClr>
                <a:schemeClr val="accent1"/>
              </a:buClr>
              <a:buFont typeface="Arial" pitchFamily="34" charset="0"/>
              <a:buChar char="•"/>
            </a:pPr>
            <a:r>
              <a:rPr lang="ru-RU" b="1" dirty="0">
                <a:latin typeface="Times New Roman" pitchFamily="18" charset="0"/>
                <a:cs typeface="Times New Roman" pitchFamily="18" charset="0"/>
              </a:rPr>
              <a:t>Прва фаза: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Подизање прве капије омогућава кутијама да изађу на траку; први сензор их детектује, зауставља траку и спушта прву капију.</a:t>
            </a:r>
          </a:p>
          <a:p>
            <a:pPr marL="285750" indent="-285750">
              <a:buClr>
                <a:schemeClr val="accent1"/>
              </a:buClr>
              <a:buFont typeface="Arial" pitchFamily="34" charset="0"/>
              <a:buChar char="•"/>
            </a:pPr>
            <a:r>
              <a:rPr lang="ru-RU" b="1" dirty="0">
                <a:latin typeface="Times New Roman" pitchFamily="18" charset="0"/>
                <a:cs typeface="Times New Roman" pitchFamily="18" charset="0"/>
              </a:rPr>
              <a:t>Друга фаза: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Друга трака испушта производе у кутије; други сензор детектује задати број производа и зауставља другу траку, покреће прву траку.</a:t>
            </a:r>
          </a:p>
          <a:p>
            <a:pPr marL="285750" indent="-285750">
              <a:buClr>
                <a:schemeClr val="accent1"/>
              </a:buClr>
              <a:buFont typeface="Arial" pitchFamily="34" charset="0"/>
              <a:buChar char="•"/>
            </a:pPr>
            <a:r>
              <a:rPr lang="ru-RU" b="1" dirty="0">
                <a:latin typeface="Times New Roman" pitchFamily="18" charset="0"/>
                <a:cs typeface="Times New Roman" pitchFamily="18" charset="0"/>
              </a:rPr>
              <a:t>Последња капија: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Избацује кутију и покреће цео процес изнова.</a:t>
            </a:r>
          </a:p>
          <a:p>
            <a:pPr marL="285750" indent="-285750" algn="just">
              <a:buClr>
                <a:schemeClr val="accent1"/>
              </a:buClr>
              <a:buSzPts val="1100"/>
            </a:pPr>
            <a:endParaRPr lang="sr-Cyrl-R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9737" y="2621573"/>
            <a:ext cx="3206261" cy="240469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4" name="Google Shape;1624;p62"/>
          <p:cNvSpPr txBox="1">
            <a:spLocks noGrp="1"/>
          </p:cNvSpPr>
          <p:nvPr>
            <p:ph type="title"/>
          </p:nvPr>
        </p:nvSpPr>
        <p:spPr>
          <a:xfrm>
            <a:off x="720012" y="26400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PLC </a:t>
            </a:r>
            <a:r>
              <a:rPr lang="sr-Cyrl-RS" dirty="0" smtClean="0">
                <a:latin typeface="Times New Roman" pitchFamily="18" charset="0"/>
                <a:cs typeface="Times New Roman" pitchFamily="18" charset="0"/>
              </a:rPr>
              <a:t>Програм</a:t>
            </a:r>
            <a:endParaRPr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28" name="Google Shape;1628;p62"/>
          <p:cNvSpPr txBox="1"/>
          <p:nvPr/>
        </p:nvSpPr>
        <p:spPr>
          <a:xfrm flipH="1">
            <a:off x="362458" y="823443"/>
            <a:ext cx="7433388" cy="2388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Clr>
                <a:schemeClr val="accent1"/>
              </a:buClr>
              <a:buFont typeface="Arial" pitchFamily="34" charset="0"/>
              <a:buChar char="•"/>
            </a:pP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Елементи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М100 (виртуелни тастер старт), У0 (трака 1 за пакете), У1 (капија 1 на улазу), Х1 и Х2 (сензори за кутије и производе), У2 (трака 2 за производе), У3 (капија 2 на излазу), М200 (виртуелни тастер стоп).</a:t>
            </a:r>
          </a:p>
          <a:p>
            <a:pPr marL="285750" indent="-285750">
              <a:buClr>
                <a:schemeClr val="accent1"/>
              </a:buClr>
              <a:buFont typeface="Arial" pitchFamily="34" charset="0"/>
              <a:buChar char="•"/>
            </a:pPr>
            <a:r>
              <a:rPr lang="ru-RU" b="1" dirty="0">
                <a:latin typeface="Times New Roman" pitchFamily="18" charset="0"/>
                <a:cs typeface="Times New Roman" pitchFamily="18" charset="0"/>
              </a:rPr>
              <a:t>Покретање: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Програм почиње притиском на виртуелни тастер старт (М100), који активира меморију 41 за отварање капије 1 и покретање траке 1.</a:t>
            </a:r>
          </a:p>
          <a:p>
            <a:pPr marL="285750" indent="-285750">
              <a:buClr>
                <a:schemeClr val="accent1"/>
              </a:buClr>
              <a:buFont typeface="Arial" pitchFamily="34" charset="0"/>
              <a:buChar char="•"/>
            </a:pPr>
            <a:r>
              <a:rPr lang="ru-RU" b="1" dirty="0">
                <a:latin typeface="Times New Roman" pitchFamily="18" charset="0"/>
                <a:cs typeface="Times New Roman" pitchFamily="18" charset="0"/>
              </a:rPr>
              <a:t>Сензор 1: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Детекција кутије деактивира капију 1, искључује траку 1 и покреће траку 2.</a:t>
            </a:r>
          </a:p>
          <a:p>
            <a:pPr marL="285750" indent="-285750">
              <a:buClr>
                <a:schemeClr val="accent1"/>
              </a:buClr>
              <a:buFont typeface="Arial" pitchFamily="34" charset="0"/>
              <a:buChar char="•"/>
            </a:pPr>
            <a:r>
              <a:rPr lang="ru-RU" b="1" dirty="0">
                <a:latin typeface="Times New Roman" pitchFamily="18" charset="0"/>
                <a:cs typeface="Times New Roman" pitchFamily="18" charset="0"/>
              </a:rPr>
              <a:t>Сензор 2: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Детекција задатог броја производа искључује траку 2, покреће траку 1 и активира меморију 40 за тајмер 200 (3 секунде).</a:t>
            </a:r>
          </a:p>
          <a:p>
            <a:pPr marL="285750" indent="-285750">
              <a:buClr>
                <a:schemeClr val="accent1"/>
              </a:buClr>
              <a:buFont typeface="Arial" pitchFamily="34" charset="0"/>
              <a:buChar char="•"/>
            </a:pPr>
            <a:r>
              <a:rPr lang="ru-RU" b="1" dirty="0">
                <a:latin typeface="Times New Roman" pitchFamily="18" charset="0"/>
                <a:cs typeface="Times New Roman" pitchFamily="18" charset="0"/>
              </a:rPr>
              <a:t>Завршетак: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Активирање Т200 покреће капију 2 за избацивање кутије, активира тајмер 201 (3 секунде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),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ресетује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Т200 и покреће цео циклус поново,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М200 ресетује цео процес.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Istok Web"/>
              <a:ea typeface="Istok Web"/>
              <a:cs typeface="Istok Web"/>
              <a:sym typeface="Istok Web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4230" y="3088611"/>
            <a:ext cx="1873023" cy="200170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8523" y="3088611"/>
            <a:ext cx="1957256" cy="20021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6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6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6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6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6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7" name="Google Shape;1647;p63"/>
          <p:cNvSpPr txBox="1">
            <a:spLocks noGrp="1"/>
          </p:cNvSpPr>
          <p:nvPr>
            <p:ph type="title"/>
          </p:nvPr>
        </p:nvSpPr>
        <p:spPr>
          <a:xfrm>
            <a:off x="702415" y="26986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latin typeface="Times New Roman" pitchFamily="18" charset="0"/>
                <a:cs typeface="Times New Roman" pitchFamily="18" charset="0"/>
              </a:rPr>
              <a:t>SCADA</a:t>
            </a:r>
            <a:endParaRPr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0" y="759561"/>
            <a:ext cx="7382900" cy="2733916"/>
          </a:xfrm>
        </p:spPr>
        <p:txBody>
          <a:bodyPr/>
          <a:lstStyle/>
          <a:p>
            <a:pPr algn="just">
              <a:buClr>
                <a:schemeClr val="accent1"/>
              </a:buClr>
              <a:buFont typeface="Arial" pitchFamily="34" charset="0"/>
              <a:buChar char="•"/>
            </a:pP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Прозори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Два прозора - визуелни приказ постројења и контролни панел.</a:t>
            </a:r>
          </a:p>
          <a:p>
            <a:pPr algn="just">
              <a:buClr>
                <a:schemeClr val="accent1"/>
              </a:buClr>
              <a:buFont typeface="Arial" pitchFamily="34" charset="0"/>
              <a:buChar char="•"/>
            </a:pPr>
            <a:r>
              <a:rPr lang="ru-RU" b="1" dirty="0">
                <a:latin typeface="Times New Roman" pitchFamily="18" charset="0"/>
                <a:cs typeface="Times New Roman" pitchFamily="18" charset="0"/>
              </a:rPr>
              <a:t>Први прозор: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Сигналне лампице показују рад делова погона; плави тастер на дну екрана пребацује на други прозор.</a:t>
            </a:r>
          </a:p>
          <a:p>
            <a:pPr algn="just">
              <a:buClr>
                <a:schemeClr val="accent1"/>
              </a:buClr>
              <a:buFont typeface="Arial" pitchFamily="34" charset="0"/>
              <a:buChar char="•"/>
            </a:pPr>
            <a:r>
              <a:rPr lang="ru-RU" b="1" dirty="0">
                <a:latin typeface="Times New Roman" pitchFamily="18" charset="0"/>
                <a:cs typeface="Times New Roman" pitchFamily="18" charset="0"/>
              </a:rPr>
              <a:t>Контролни панел: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Контрола количине производа у кутији; кликом на правоугаоник на левој страни екрана.</a:t>
            </a:r>
          </a:p>
          <a:p>
            <a:pPr algn="just">
              <a:buClr>
                <a:schemeClr val="accent1"/>
              </a:buClr>
              <a:buFont typeface="Arial" pitchFamily="34" charset="0"/>
              <a:buChar char="•"/>
            </a:pPr>
            <a:r>
              <a:rPr lang="ru-RU" b="1" dirty="0">
                <a:latin typeface="Times New Roman" pitchFamily="18" charset="0"/>
                <a:cs typeface="Times New Roman" pitchFamily="18" charset="0"/>
              </a:rPr>
              <a:t>Тастери: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Старт и стоп тастери за покретање и искључивање постројења.</a:t>
            </a:r>
          </a:p>
          <a:p>
            <a:pPr algn="just">
              <a:buClr>
                <a:schemeClr val="accent1"/>
              </a:buClr>
              <a:buFont typeface="Arial" pitchFamily="34" charset="0"/>
              <a:buChar char="•"/>
            </a:pPr>
            <a:r>
              <a:rPr lang="ru-RU" b="1" dirty="0">
                <a:latin typeface="Times New Roman" pitchFamily="18" charset="0"/>
                <a:cs typeface="Times New Roman" pitchFamily="18" charset="0"/>
              </a:rPr>
              <a:t>Сигналне лампице: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Показују статус укључености/искључености; стрелица на дну екрана враћа на претходни прозор.</a:t>
            </a:r>
          </a:p>
          <a:p>
            <a:pPr algn="just"/>
            <a:endParaRPr lang="en-GB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6810" y="2735887"/>
            <a:ext cx="3468054" cy="217406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846" y="2735887"/>
            <a:ext cx="3452422" cy="217406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0" name="Google Shape;2270;p73"/>
          <p:cNvSpPr txBox="1">
            <a:spLocks noGrp="1"/>
          </p:cNvSpPr>
          <p:nvPr>
            <p:ph type="subTitle" idx="1"/>
          </p:nvPr>
        </p:nvSpPr>
        <p:spPr>
          <a:xfrm>
            <a:off x="-1781" y="593023"/>
            <a:ext cx="8785412" cy="20100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buNone/>
            </a:pPr>
            <a:r>
              <a:rPr lang="sr-Cyrl-RS" sz="8000" b="1" dirty="0" smtClean="0">
                <a:latin typeface="Times New Roman" pitchFamily="18" charset="0"/>
                <a:cs typeface="Times New Roman" pitchFamily="18" charset="0"/>
              </a:rPr>
              <a:t>Хвала на пажњи</a:t>
            </a:r>
            <a:endParaRPr sz="8000" b="1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272" name="Google Shape;2272;p73"/>
          <p:cNvGrpSpPr/>
          <p:nvPr/>
        </p:nvGrpSpPr>
        <p:grpSpPr>
          <a:xfrm>
            <a:off x="4845778" y="2524247"/>
            <a:ext cx="3600198" cy="2080272"/>
            <a:chOff x="5482988" y="2892446"/>
            <a:chExt cx="2962639" cy="1711876"/>
          </a:xfrm>
        </p:grpSpPr>
        <p:grpSp>
          <p:nvGrpSpPr>
            <p:cNvPr id="2273" name="Google Shape;2273;p73"/>
            <p:cNvGrpSpPr/>
            <p:nvPr/>
          </p:nvGrpSpPr>
          <p:grpSpPr>
            <a:xfrm flipH="1">
              <a:off x="5867328" y="3512558"/>
              <a:ext cx="340813" cy="1091764"/>
              <a:chOff x="370549" y="2791178"/>
              <a:chExt cx="570972" cy="1828750"/>
            </a:xfrm>
          </p:grpSpPr>
          <p:sp>
            <p:nvSpPr>
              <p:cNvPr id="2274" name="Google Shape;2274;p73"/>
              <p:cNvSpPr/>
              <p:nvPr/>
            </p:nvSpPr>
            <p:spPr>
              <a:xfrm flipH="1">
                <a:off x="370549" y="2835688"/>
                <a:ext cx="570972" cy="1784240"/>
              </a:xfrm>
              <a:custGeom>
                <a:avLst/>
                <a:gdLst/>
                <a:ahLst/>
                <a:cxnLst/>
                <a:rect l="l" t="t" r="r" b="b"/>
                <a:pathLst>
                  <a:path w="744" h="2325" extrusionOk="0">
                    <a:moveTo>
                      <a:pt x="8" y="2325"/>
                    </a:moveTo>
                    <a:cubicBezTo>
                      <a:pt x="6" y="2325"/>
                      <a:pt x="6" y="2325"/>
                      <a:pt x="5" y="2325"/>
                    </a:cubicBezTo>
                    <a:cubicBezTo>
                      <a:pt x="0" y="2324"/>
                      <a:pt x="-1" y="2320"/>
                      <a:pt x="0" y="2317"/>
                    </a:cubicBezTo>
                    <a:cubicBezTo>
                      <a:pt x="258" y="1660"/>
                      <a:pt x="284" y="23"/>
                      <a:pt x="284" y="7"/>
                    </a:cubicBezTo>
                    <a:cubicBezTo>
                      <a:pt x="284" y="3"/>
                      <a:pt x="287" y="0"/>
                      <a:pt x="292" y="0"/>
                    </a:cubicBezTo>
                    <a:lnTo>
                      <a:pt x="452" y="0"/>
                    </a:lnTo>
                    <a:cubicBezTo>
                      <a:pt x="456" y="0"/>
                      <a:pt x="459" y="3"/>
                      <a:pt x="459" y="7"/>
                    </a:cubicBezTo>
                    <a:cubicBezTo>
                      <a:pt x="459" y="22"/>
                      <a:pt x="497" y="1490"/>
                      <a:pt x="743" y="2317"/>
                    </a:cubicBezTo>
                    <a:cubicBezTo>
                      <a:pt x="745" y="2321"/>
                      <a:pt x="742" y="2324"/>
                      <a:pt x="739" y="2325"/>
                    </a:cubicBezTo>
                    <a:cubicBezTo>
                      <a:pt x="735" y="2327"/>
                      <a:pt x="732" y="2324"/>
                      <a:pt x="730" y="2321"/>
                    </a:cubicBezTo>
                    <a:cubicBezTo>
                      <a:pt x="491" y="1523"/>
                      <a:pt x="448" y="127"/>
                      <a:pt x="445" y="14"/>
                    </a:cubicBezTo>
                    <a:lnTo>
                      <a:pt x="299" y="14"/>
                    </a:lnTo>
                    <a:cubicBezTo>
                      <a:pt x="297" y="134"/>
                      <a:pt x="264" y="1684"/>
                      <a:pt x="13" y="2322"/>
                    </a:cubicBezTo>
                    <a:cubicBezTo>
                      <a:pt x="13" y="2324"/>
                      <a:pt x="10" y="2325"/>
                      <a:pt x="8" y="232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5" name="Google Shape;2275;p73"/>
              <p:cNvSpPr/>
              <p:nvPr/>
            </p:nvSpPr>
            <p:spPr>
              <a:xfrm flipH="1">
                <a:off x="458804" y="2834921"/>
                <a:ext cx="320020" cy="1388254"/>
              </a:xfrm>
              <a:custGeom>
                <a:avLst/>
                <a:gdLst/>
                <a:ahLst/>
                <a:cxnLst/>
                <a:rect l="l" t="t" r="r" b="b"/>
                <a:pathLst>
                  <a:path w="417" h="1809" extrusionOk="0">
                    <a:moveTo>
                      <a:pt x="408" y="1809"/>
                    </a:moveTo>
                    <a:cubicBezTo>
                      <a:pt x="405" y="1809"/>
                      <a:pt x="403" y="1808"/>
                      <a:pt x="402" y="1806"/>
                    </a:cubicBezTo>
                    <a:lnTo>
                      <a:pt x="1" y="1238"/>
                    </a:lnTo>
                    <a:cubicBezTo>
                      <a:pt x="0" y="1235"/>
                      <a:pt x="0" y="1232"/>
                      <a:pt x="1" y="1231"/>
                    </a:cubicBezTo>
                    <a:lnTo>
                      <a:pt x="272" y="741"/>
                    </a:lnTo>
                    <a:lnTo>
                      <a:pt x="64" y="335"/>
                    </a:lnTo>
                    <a:cubicBezTo>
                      <a:pt x="62" y="333"/>
                      <a:pt x="62" y="330"/>
                      <a:pt x="64" y="327"/>
                    </a:cubicBezTo>
                    <a:lnTo>
                      <a:pt x="234" y="4"/>
                    </a:lnTo>
                    <a:cubicBezTo>
                      <a:pt x="236" y="1"/>
                      <a:pt x="240" y="-1"/>
                      <a:pt x="244" y="1"/>
                    </a:cubicBezTo>
                    <a:cubicBezTo>
                      <a:pt x="247" y="2"/>
                      <a:pt x="249" y="7"/>
                      <a:pt x="247" y="11"/>
                    </a:cubicBezTo>
                    <a:lnTo>
                      <a:pt x="80" y="332"/>
                    </a:lnTo>
                    <a:lnTo>
                      <a:pt x="288" y="738"/>
                    </a:lnTo>
                    <a:cubicBezTo>
                      <a:pt x="289" y="740"/>
                      <a:pt x="289" y="743"/>
                      <a:pt x="288" y="745"/>
                    </a:cubicBezTo>
                    <a:lnTo>
                      <a:pt x="17" y="1234"/>
                    </a:lnTo>
                    <a:lnTo>
                      <a:pt x="415" y="1797"/>
                    </a:lnTo>
                    <a:cubicBezTo>
                      <a:pt x="418" y="1800"/>
                      <a:pt x="416" y="1805"/>
                      <a:pt x="413" y="1808"/>
                    </a:cubicBezTo>
                    <a:cubicBezTo>
                      <a:pt x="410" y="1809"/>
                      <a:pt x="409" y="1809"/>
                      <a:pt x="408" y="18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6" name="Google Shape;2276;p73"/>
              <p:cNvSpPr/>
              <p:nvPr/>
            </p:nvSpPr>
            <p:spPr>
              <a:xfrm flipH="1">
                <a:off x="521734" y="2833386"/>
                <a:ext cx="316951" cy="1389789"/>
              </a:xfrm>
              <a:custGeom>
                <a:avLst/>
                <a:gdLst/>
                <a:ahLst/>
                <a:cxnLst/>
                <a:rect l="l" t="t" r="r" b="b"/>
                <a:pathLst>
                  <a:path w="413" h="1811" extrusionOk="0">
                    <a:moveTo>
                      <a:pt x="8" y="1811"/>
                    </a:moveTo>
                    <a:cubicBezTo>
                      <a:pt x="6" y="1811"/>
                      <a:pt x="5" y="1811"/>
                      <a:pt x="3" y="1810"/>
                    </a:cubicBezTo>
                    <a:cubicBezTo>
                      <a:pt x="0" y="1807"/>
                      <a:pt x="-1" y="1802"/>
                      <a:pt x="2" y="1799"/>
                    </a:cubicBezTo>
                    <a:lnTo>
                      <a:pt x="395" y="1230"/>
                    </a:lnTo>
                    <a:lnTo>
                      <a:pt x="121" y="731"/>
                    </a:lnTo>
                    <a:cubicBezTo>
                      <a:pt x="120" y="730"/>
                      <a:pt x="120" y="727"/>
                      <a:pt x="121" y="724"/>
                    </a:cubicBezTo>
                    <a:lnTo>
                      <a:pt x="324" y="323"/>
                    </a:lnTo>
                    <a:lnTo>
                      <a:pt x="153" y="12"/>
                    </a:lnTo>
                    <a:cubicBezTo>
                      <a:pt x="152" y="9"/>
                      <a:pt x="153" y="4"/>
                      <a:pt x="156" y="1"/>
                    </a:cubicBezTo>
                    <a:cubicBezTo>
                      <a:pt x="159" y="0"/>
                      <a:pt x="163" y="1"/>
                      <a:pt x="166" y="4"/>
                    </a:cubicBezTo>
                    <a:lnTo>
                      <a:pt x="340" y="319"/>
                    </a:lnTo>
                    <a:cubicBezTo>
                      <a:pt x="341" y="321"/>
                      <a:pt x="341" y="323"/>
                      <a:pt x="340" y="326"/>
                    </a:cubicBezTo>
                    <a:lnTo>
                      <a:pt x="136" y="729"/>
                    </a:lnTo>
                    <a:lnTo>
                      <a:pt x="411" y="1227"/>
                    </a:lnTo>
                    <a:cubicBezTo>
                      <a:pt x="413" y="1230"/>
                      <a:pt x="413" y="1233"/>
                      <a:pt x="411" y="1234"/>
                    </a:cubicBezTo>
                    <a:lnTo>
                      <a:pt x="15" y="1808"/>
                    </a:lnTo>
                    <a:cubicBezTo>
                      <a:pt x="12" y="1810"/>
                      <a:pt x="9" y="1811"/>
                      <a:pt x="8" y="181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7" name="Google Shape;2277;p73"/>
              <p:cNvSpPr/>
              <p:nvPr/>
            </p:nvSpPr>
            <p:spPr>
              <a:xfrm flipH="1">
                <a:off x="590036" y="2791178"/>
                <a:ext cx="131231" cy="49115"/>
              </a:xfrm>
              <a:custGeom>
                <a:avLst/>
                <a:gdLst/>
                <a:ahLst/>
                <a:cxnLst/>
                <a:rect l="l" t="t" r="r" b="b"/>
                <a:pathLst>
                  <a:path w="171" h="64" extrusionOk="0">
                    <a:moveTo>
                      <a:pt x="0" y="0"/>
                    </a:moveTo>
                    <a:lnTo>
                      <a:pt x="171" y="0"/>
                    </a:lnTo>
                    <a:lnTo>
                      <a:pt x="171" y="64"/>
                    </a:lnTo>
                    <a:lnTo>
                      <a:pt x="0" y="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278" name="Google Shape;2278;p73"/>
            <p:cNvSpPr/>
            <p:nvPr/>
          </p:nvSpPr>
          <p:spPr>
            <a:xfrm>
              <a:off x="6074425" y="3609841"/>
              <a:ext cx="721450" cy="67800"/>
            </a:xfrm>
            <a:custGeom>
              <a:avLst/>
              <a:gdLst/>
              <a:ahLst/>
              <a:cxnLst/>
              <a:rect l="l" t="t" r="r" b="b"/>
              <a:pathLst>
                <a:path w="2004" h="148" extrusionOk="0">
                  <a:moveTo>
                    <a:pt x="974" y="148"/>
                  </a:moveTo>
                  <a:cubicBezTo>
                    <a:pt x="642" y="148"/>
                    <a:pt x="312" y="106"/>
                    <a:pt x="5" y="21"/>
                  </a:cubicBezTo>
                  <a:cubicBezTo>
                    <a:pt x="0" y="20"/>
                    <a:pt x="-1" y="17"/>
                    <a:pt x="0" y="13"/>
                  </a:cubicBezTo>
                  <a:cubicBezTo>
                    <a:pt x="2" y="8"/>
                    <a:pt x="5" y="7"/>
                    <a:pt x="9" y="8"/>
                  </a:cubicBezTo>
                  <a:cubicBezTo>
                    <a:pt x="633" y="180"/>
                    <a:pt x="1338" y="177"/>
                    <a:pt x="1995" y="1"/>
                  </a:cubicBezTo>
                  <a:cubicBezTo>
                    <a:pt x="2000" y="-1"/>
                    <a:pt x="2003" y="2"/>
                    <a:pt x="2004" y="7"/>
                  </a:cubicBezTo>
                  <a:cubicBezTo>
                    <a:pt x="2005" y="11"/>
                    <a:pt x="2003" y="14"/>
                    <a:pt x="1998" y="15"/>
                  </a:cubicBezTo>
                  <a:cubicBezTo>
                    <a:pt x="1663" y="104"/>
                    <a:pt x="1316" y="148"/>
                    <a:pt x="974" y="14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8275" rIns="90000" bIns="82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9" name="Google Shape;2279;p73"/>
            <p:cNvSpPr/>
            <p:nvPr/>
          </p:nvSpPr>
          <p:spPr>
            <a:xfrm>
              <a:off x="6074425" y="3651987"/>
              <a:ext cx="725050" cy="66426"/>
            </a:xfrm>
            <a:custGeom>
              <a:avLst/>
              <a:gdLst/>
              <a:ahLst/>
              <a:cxnLst/>
              <a:rect l="l" t="t" r="r" b="b"/>
              <a:pathLst>
                <a:path w="2014" h="145" extrusionOk="0">
                  <a:moveTo>
                    <a:pt x="1001" y="145"/>
                  </a:moveTo>
                  <a:cubicBezTo>
                    <a:pt x="662" y="145"/>
                    <a:pt x="325" y="101"/>
                    <a:pt x="5" y="14"/>
                  </a:cubicBezTo>
                  <a:cubicBezTo>
                    <a:pt x="0" y="12"/>
                    <a:pt x="-1" y="9"/>
                    <a:pt x="0" y="5"/>
                  </a:cubicBezTo>
                  <a:cubicBezTo>
                    <a:pt x="2" y="1"/>
                    <a:pt x="5" y="-1"/>
                    <a:pt x="9" y="1"/>
                  </a:cubicBezTo>
                  <a:cubicBezTo>
                    <a:pt x="644" y="176"/>
                    <a:pt x="1354" y="176"/>
                    <a:pt x="2004" y="1"/>
                  </a:cubicBezTo>
                  <a:cubicBezTo>
                    <a:pt x="2008" y="-1"/>
                    <a:pt x="2012" y="1"/>
                    <a:pt x="2013" y="6"/>
                  </a:cubicBezTo>
                  <a:cubicBezTo>
                    <a:pt x="2015" y="10"/>
                    <a:pt x="2011" y="14"/>
                    <a:pt x="2007" y="15"/>
                  </a:cubicBezTo>
                  <a:cubicBezTo>
                    <a:pt x="1682" y="101"/>
                    <a:pt x="1341" y="145"/>
                    <a:pt x="1001" y="14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0000" tIns="7200" rIns="90000" bIns="72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0" name="Google Shape;2280;p73"/>
            <p:cNvSpPr/>
            <p:nvPr/>
          </p:nvSpPr>
          <p:spPr>
            <a:xfrm>
              <a:off x="7836226" y="3388612"/>
              <a:ext cx="373865" cy="182498"/>
            </a:xfrm>
            <a:custGeom>
              <a:avLst/>
              <a:gdLst/>
              <a:ahLst/>
              <a:cxnLst/>
              <a:rect l="l" t="t" r="r" b="b"/>
              <a:pathLst>
                <a:path w="590" h="288" extrusionOk="0">
                  <a:moveTo>
                    <a:pt x="196" y="47"/>
                  </a:moveTo>
                  <a:cubicBezTo>
                    <a:pt x="185" y="45"/>
                    <a:pt x="175" y="45"/>
                    <a:pt x="164" y="45"/>
                  </a:cubicBezTo>
                  <a:cubicBezTo>
                    <a:pt x="101" y="45"/>
                    <a:pt x="50" y="76"/>
                    <a:pt x="50" y="116"/>
                  </a:cubicBezTo>
                  <a:cubicBezTo>
                    <a:pt x="50" y="127"/>
                    <a:pt x="53" y="135"/>
                    <a:pt x="58" y="143"/>
                  </a:cubicBezTo>
                  <a:cubicBezTo>
                    <a:pt x="32" y="156"/>
                    <a:pt x="13" y="177"/>
                    <a:pt x="13" y="198"/>
                  </a:cubicBezTo>
                  <a:lnTo>
                    <a:pt x="0" y="288"/>
                  </a:lnTo>
                  <a:lnTo>
                    <a:pt x="48" y="251"/>
                  </a:lnTo>
                  <a:cubicBezTo>
                    <a:pt x="69" y="264"/>
                    <a:pt x="95" y="272"/>
                    <a:pt x="127" y="272"/>
                  </a:cubicBezTo>
                  <a:cubicBezTo>
                    <a:pt x="146" y="272"/>
                    <a:pt x="161" y="270"/>
                    <a:pt x="177" y="264"/>
                  </a:cubicBezTo>
                  <a:cubicBezTo>
                    <a:pt x="206" y="278"/>
                    <a:pt x="243" y="285"/>
                    <a:pt x="283" y="285"/>
                  </a:cubicBezTo>
                  <a:cubicBezTo>
                    <a:pt x="331" y="285"/>
                    <a:pt x="373" y="275"/>
                    <a:pt x="405" y="256"/>
                  </a:cubicBezTo>
                  <a:cubicBezTo>
                    <a:pt x="423" y="267"/>
                    <a:pt x="450" y="272"/>
                    <a:pt x="476" y="272"/>
                  </a:cubicBezTo>
                  <a:cubicBezTo>
                    <a:pt x="540" y="272"/>
                    <a:pt x="590" y="241"/>
                    <a:pt x="590" y="201"/>
                  </a:cubicBezTo>
                  <a:cubicBezTo>
                    <a:pt x="590" y="164"/>
                    <a:pt x="545" y="132"/>
                    <a:pt x="487" y="129"/>
                  </a:cubicBezTo>
                  <a:cubicBezTo>
                    <a:pt x="490" y="124"/>
                    <a:pt x="490" y="119"/>
                    <a:pt x="490" y="114"/>
                  </a:cubicBezTo>
                  <a:cubicBezTo>
                    <a:pt x="490" y="74"/>
                    <a:pt x="439" y="42"/>
                    <a:pt x="376" y="42"/>
                  </a:cubicBezTo>
                  <a:cubicBezTo>
                    <a:pt x="368" y="42"/>
                    <a:pt x="363" y="42"/>
                    <a:pt x="355" y="42"/>
                  </a:cubicBezTo>
                  <a:cubicBezTo>
                    <a:pt x="347" y="18"/>
                    <a:pt x="315" y="0"/>
                    <a:pt x="275" y="0"/>
                  </a:cubicBezTo>
                  <a:cubicBezTo>
                    <a:pt x="233" y="2"/>
                    <a:pt x="199" y="24"/>
                    <a:pt x="196" y="4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1" name="Google Shape;2281;p73"/>
            <p:cNvSpPr/>
            <p:nvPr/>
          </p:nvSpPr>
          <p:spPr>
            <a:xfrm>
              <a:off x="7784265" y="3589486"/>
              <a:ext cx="108991" cy="251568"/>
            </a:xfrm>
            <a:custGeom>
              <a:avLst/>
              <a:gdLst/>
              <a:ahLst/>
              <a:cxnLst/>
              <a:rect l="l" t="t" r="r" b="b"/>
              <a:pathLst>
                <a:path w="172" h="397" extrusionOk="0">
                  <a:moveTo>
                    <a:pt x="0" y="0"/>
                  </a:moveTo>
                  <a:lnTo>
                    <a:pt x="172" y="0"/>
                  </a:lnTo>
                  <a:lnTo>
                    <a:pt x="172" y="397"/>
                  </a:lnTo>
                  <a:lnTo>
                    <a:pt x="0" y="3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2" name="Google Shape;2282;p73"/>
            <p:cNvSpPr/>
            <p:nvPr/>
          </p:nvSpPr>
          <p:spPr>
            <a:xfrm>
              <a:off x="7753849" y="3574278"/>
              <a:ext cx="169824" cy="50694"/>
            </a:xfrm>
            <a:custGeom>
              <a:avLst/>
              <a:gdLst/>
              <a:ahLst/>
              <a:cxnLst/>
              <a:rect l="l" t="t" r="r" b="b"/>
              <a:pathLst>
                <a:path w="268" h="80" extrusionOk="0">
                  <a:moveTo>
                    <a:pt x="0" y="0"/>
                  </a:moveTo>
                  <a:lnTo>
                    <a:pt x="268" y="0"/>
                  </a:lnTo>
                  <a:lnTo>
                    <a:pt x="268" y="80"/>
                  </a:lnTo>
                  <a:lnTo>
                    <a:pt x="0" y="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3" name="Google Shape;2283;p73"/>
            <p:cNvSpPr/>
            <p:nvPr/>
          </p:nvSpPr>
          <p:spPr>
            <a:xfrm>
              <a:off x="6831858" y="3373404"/>
              <a:ext cx="1508768" cy="664089"/>
            </a:xfrm>
            <a:custGeom>
              <a:avLst/>
              <a:gdLst/>
              <a:ahLst/>
              <a:cxnLst/>
              <a:rect l="l" t="t" r="r" b="b"/>
              <a:pathLst>
                <a:path w="2381" h="1048" extrusionOk="0">
                  <a:moveTo>
                    <a:pt x="0" y="0"/>
                  </a:moveTo>
                  <a:lnTo>
                    <a:pt x="2381" y="952"/>
                  </a:lnTo>
                  <a:lnTo>
                    <a:pt x="2381" y="1048"/>
                  </a:lnTo>
                  <a:lnTo>
                    <a:pt x="0" y="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4" name="Google Shape;2284;p73"/>
            <p:cNvSpPr/>
            <p:nvPr/>
          </p:nvSpPr>
          <p:spPr>
            <a:xfrm>
              <a:off x="6709559" y="2892446"/>
              <a:ext cx="927059" cy="455611"/>
            </a:xfrm>
            <a:custGeom>
              <a:avLst/>
              <a:gdLst/>
              <a:ahLst/>
              <a:cxnLst/>
              <a:rect l="l" t="t" r="r" b="b"/>
              <a:pathLst>
                <a:path w="1463" h="719" extrusionOk="0">
                  <a:moveTo>
                    <a:pt x="479" y="116"/>
                  </a:moveTo>
                  <a:cubicBezTo>
                    <a:pt x="455" y="111"/>
                    <a:pt x="429" y="108"/>
                    <a:pt x="400" y="108"/>
                  </a:cubicBezTo>
                  <a:cubicBezTo>
                    <a:pt x="244" y="108"/>
                    <a:pt x="117" y="187"/>
                    <a:pt x="117" y="288"/>
                  </a:cubicBezTo>
                  <a:cubicBezTo>
                    <a:pt x="117" y="312"/>
                    <a:pt x="125" y="333"/>
                    <a:pt x="138" y="354"/>
                  </a:cubicBezTo>
                  <a:cubicBezTo>
                    <a:pt x="72" y="386"/>
                    <a:pt x="29" y="439"/>
                    <a:pt x="29" y="497"/>
                  </a:cubicBezTo>
                  <a:lnTo>
                    <a:pt x="0" y="719"/>
                  </a:lnTo>
                  <a:lnTo>
                    <a:pt x="117" y="627"/>
                  </a:lnTo>
                  <a:cubicBezTo>
                    <a:pt x="167" y="658"/>
                    <a:pt x="238" y="677"/>
                    <a:pt x="312" y="677"/>
                  </a:cubicBezTo>
                  <a:cubicBezTo>
                    <a:pt x="357" y="677"/>
                    <a:pt x="400" y="669"/>
                    <a:pt x="439" y="658"/>
                  </a:cubicBezTo>
                  <a:cubicBezTo>
                    <a:pt x="513" y="693"/>
                    <a:pt x="603" y="714"/>
                    <a:pt x="704" y="714"/>
                  </a:cubicBezTo>
                  <a:cubicBezTo>
                    <a:pt x="820" y="714"/>
                    <a:pt x="926" y="685"/>
                    <a:pt x="1006" y="637"/>
                  </a:cubicBezTo>
                  <a:cubicBezTo>
                    <a:pt x="1053" y="661"/>
                    <a:pt x="1114" y="677"/>
                    <a:pt x="1180" y="677"/>
                  </a:cubicBezTo>
                  <a:cubicBezTo>
                    <a:pt x="1336" y="677"/>
                    <a:pt x="1463" y="598"/>
                    <a:pt x="1463" y="497"/>
                  </a:cubicBezTo>
                  <a:cubicBezTo>
                    <a:pt x="1463" y="402"/>
                    <a:pt x="1349" y="325"/>
                    <a:pt x="1204" y="317"/>
                  </a:cubicBezTo>
                  <a:cubicBezTo>
                    <a:pt x="1207" y="307"/>
                    <a:pt x="1209" y="293"/>
                    <a:pt x="1209" y="280"/>
                  </a:cubicBezTo>
                  <a:cubicBezTo>
                    <a:pt x="1209" y="180"/>
                    <a:pt x="1082" y="100"/>
                    <a:pt x="926" y="100"/>
                  </a:cubicBezTo>
                  <a:cubicBezTo>
                    <a:pt x="908" y="100"/>
                    <a:pt x="892" y="100"/>
                    <a:pt x="873" y="103"/>
                  </a:cubicBezTo>
                  <a:cubicBezTo>
                    <a:pt x="857" y="45"/>
                    <a:pt x="775" y="0"/>
                    <a:pt x="677" y="0"/>
                  </a:cubicBezTo>
                  <a:cubicBezTo>
                    <a:pt x="574" y="2"/>
                    <a:pt x="487" y="53"/>
                    <a:pt x="479" y="11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5" name="Google Shape;2285;p73"/>
            <p:cNvSpPr/>
            <p:nvPr/>
          </p:nvSpPr>
          <p:spPr>
            <a:xfrm>
              <a:off x="6449754" y="3586318"/>
              <a:ext cx="667255" cy="358659"/>
            </a:xfrm>
            <a:custGeom>
              <a:avLst/>
              <a:gdLst/>
              <a:ahLst/>
              <a:cxnLst/>
              <a:rect l="l" t="t" r="r" b="b"/>
              <a:pathLst>
                <a:path w="1053" h="566" extrusionOk="0">
                  <a:moveTo>
                    <a:pt x="963" y="0"/>
                  </a:moveTo>
                  <a:lnTo>
                    <a:pt x="90" y="0"/>
                  </a:lnTo>
                  <a:cubicBezTo>
                    <a:pt x="66" y="0"/>
                    <a:pt x="45" y="8"/>
                    <a:pt x="27" y="24"/>
                  </a:cubicBezTo>
                  <a:lnTo>
                    <a:pt x="27" y="24"/>
                  </a:lnTo>
                  <a:cubicBezTo>
                    <a:pt x="11" y="37"/>
                    <a:pt x="0" y="58"/>
                    <a:pt x="0" y="79"/>
                  </a:cubicBezTo>
                  <a:lnTo>
                    <a:pt x="0" y="487"/>
                  </a:lnTo>
                  <a:cubicBezTo>
                    <a:pt x="0" y="508"/>
                    <a:pt x="11" y="529"/>
                    <a:pt x="27" y="542"/>
                  </a:cubicBezTo>
                  <a:lnTo>
                    <a:pt x="27" y="542"/>
                  </a:lnTo>
                  <a:lnTo>
                    <a:pt x="27" y="542"/>
                  </a:lnTo>
                  <a:cubicBezTo>
                    <a:pt x="42" y="556"/>
                    <a:pt x="64" y="566"/>
                    <a:pt x="90" y="566"/>
                  </a:cubicBezTo>
                  <a:lnTo>
                    <a:pt x="963" y="566"/>
                  </a:lnTo>
                  <a:cubicBezTo>
                    <a:pt x="987" y="566"/>
                    <a:pt x="1011" y="558"/>
                    <a:pt x="1027" y="542"/>
                  </a:cubicBezTo>
                  <a:lnTo>
                    <a:pt x="1027" y="542"/>
                  </a:lnTo>
                  <a:cubicBezTo>
                    <a:pt x="1042" y="529"/>
                    <a:pt x="1053" y="508"/>
                    <a:pt x="1053" y="487"/>
                  </a:cubicBezTo>
                  <a:lnTo>
                    <a:pt x="1053" y="79"/>
                  </a:lnTo>
                  <a:cubicBezTo>
                    <a:pt x="1053" y="58"/>
                    <a:pt x="1043" y="37"/>
                    <a:pt x="1027" y="24"/>
                  </a:cubicBezTo>
                  <a:cubicBezTo>
                    <a:pt x="1012" y="11"/>
                    <a:pt x="990" y="0"/>
                    <a:pt x="963" y="0"/>
                  </a:cubicBezTo>
                  <a:moveTo>
                    <a:pt x="90" y="45"/>
                  </a:moveTo>
                  <a:lnTo>
                    <a:pt x="963" y="45"/>
                  </a:lnTo>
                  <a:cubicBezTo>
                    <a:pt x="974" y="45"/>
                    <a:pt x="984" y="50"/>
                    <a:pt x="990" y="56"/>
                  </a:cubicBezTo>
                  <a:cubicBezTo>
                    <a:pt x="998" y="61"/>
                    <a:pt x="1000" y="71"/>
                    <a:pt x="1000" y="79"/>
                  </a:cubicBezTo>
                  <a:lnTo>
                    <a:pt x="1000" y="487"/>
                  </a:lnTo>
                  <a:cubicBezTo>
                    <a:pt x="1000" y="497"/>
                    <a:pt x="995" y="505"/>
                    <a:pt x="990" y="511"/>
                  </a:cubicBezTo>
                  <a:lnTo>
                    <a:pt x="990" y="511"/>
                  </a:lnTo>
                  <a:cubicBezTo>
                    <a:pt x="982" y="516"/>
                    <a:pt x="974" y="521"/>
                    <a:pt x="963" y="521"/>
                  </a:cubicBezTo>
                  <a:lnTo>
                    <a:pt x="90" y="521"/>
                  </a:lnTo>
                  <a:cubicBezTo>
                    <a:pt x="79" y="521"/>
                    <a:pt x="69" y="519"/>
                    <a:pt x="64" y="511"/>
                  </a:cubicBezTo>
                  <a:lnTo>
                    <a:pt x="64" y="511"/>
                  </a:lnTo>
                  <a:cubicBezTo>
                    <a:pt x="56" y="505"/>
                    <a:pt x="53" y="495"/>
                    <a:pt x="53" y="487"/>
                  </a:cubicBezTo>
                  <a:lnTo>
                    <a:pt x="53" y="79"/>
                  </a:lnTo>
                  <a:cubicBezTo>
                    <a:pt x="53" y="69"/>
                    <a:pt x="58" y="61"/>
                    <a:pt x="64" y="56"/>
                  </a:cubicBezTo>
                  <a:lnTo>
                    <a:pt x="64" y="56"/>
                  </a:lnTo>
                  <a:cubicBezTo>
                    <a:pt x="69" y="50"/>
                    <a:pt x="79" y="45"/>
                    <a:pt x="90" y="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6" name="Google Shape;2286;p73"/>
            <p:cNvSpPr/>
            <p:nvPr/>
          </p:nvSpPr>
          <p:spPr>
            <a:xfrm>
              <a:off x="6449754" y="3991868"/>
              <a:ext cx="550026" cy="360560"/>
            </a:xfrm>
            <a:custGeom>
              <a:avLst/>
              <a:gdLst/>
              <a:ahLst/>
              <a:cxnLst/>
              <a:rect l="l" t="t" r="r" b="b"/>
              <a:pathLst>
                <a:path w="868" h="569" extrusionOk="0">
                  <a:moveTo>
                    <a:pt x="778" y="0"/>
                  </a:moveTo>
                  <a:lnTo>
                    <a:pt x="90" y="0"/>
                  </a:lnTo>
                  <a:cubicBezTo>
                    <a:pt x="66" y="0"/>
                    <a:pt x="45" y="8"/>
                    <a:pt x="27" y="24"/>
                  </a:cubicBezTo>
                  <a:lnTo>
                    <a:pt x="27" y="24"/>
                  </a:lnTo>
                  <a:cubicBezTo>
                    <a:pt x="11" y="37"/>
                    <a:pt x="0" y="58"/>
                    <a:pt x="0" y="80"/>
                  </a:cubicBezTo>
                  <a:lnTo>
                    <a:pt x="0" y="490"/>
                  </a:lnTo>
                  <a:cubicBezTo>
                    <a:pt x="0" y="511"/>
                    <a:pt x="11" y="532"/>
                    <a:pt x="27" y="545"/>
                  </a:cubicBezTo>
                  <a:lnTo>
                    <a:pt x="27" y="545"/>
                  </a:lnTo>
                  <a:lnTo>
                    <a:pt x="27" y="545"/>
                  </a:lnTo>
                  <a:cubicBezTo>
                    <a:pt x="42" y="558"/>
                    <a:pt x="64" y="569"/>
                    <a:pt x="90" y="569"/>
                  </a:cubicBezTo>
                  <a:lnTo>
                    <a:pt x="778" y="569"/>
                  </a:lnTo>
                  <a:cubicBezTo>
                    <a:pt x="802" y="569"/>
                    <a:pt x="826" y="561"/>
                    <a:pt x="841" y="545"/>
                  </a:cubicBezTo>
                  <a:lnTo>
                    <a:pt x="841" y="545"/>
                  </a:lnTo>
                  <a:cubicBezTo>
                    <a:pt x="857" y="532"/>
                    <a:pt x="868" y="511"/>
                    <a:pt x="868" y="490"/>
                  </a:cubicBezTo>
                  <a:lnTo>
                    <a:pt x="868" y="82"/>
                  </a:lnTo>
                  <a:cubicBezTo>
                    <a:pt x="868" y="61"/>
                    <a:pt x="857" y="40"/>
                    <a:pt x="841" y="27"/>
                  </a:cubicBezTo>
                  <a:cubicBezTo>
                    <a:pt x="823" y="11"/>
                    <a:pt x="802" y="0"/>
                    <a:pt x="778" y="0"/>
                  </a:cubicBezTo>
                  <a:moveTo>
                    <a:pt x="90" y="45"/>
                  </a:moveTo>
                  <a:lnTo>
                    <a:pt x="778" y="45"/>
                  </a:lnTo>
                  <a:cubicBezTo>
                    <a:pt x="788" y="45"/>
                    <a:pt x="799" y="50"/>
                    <a:pt x="804" y="56"/>
                  </a:cubicBezTo>
                  <a:cubicBezTo>
                    <a:pt x="812" y="61"/>
                    <a:pt x="815" y="72"/>
                    <a:pt x="815" y="80"/>
                  </a:cubicBezTo>
                  <a:lnTo>
                    <a:pt x="815" y="490"/>
                  </a:lnTo>
                  <a:cubicBezTo>
                    <a:pt x="815" y="500"/>
                    <a:pt x="810" y="508"/>
                    <a:pt x="804" y="513"/>
                  </a:cubicBezTo>
                  <a:lnTo>
                    <a:pt x="804" y="513"/>
                  </a:lnTo>
                  <a:cubicBezTo>
                    <a:pt x="796" y="519"/>
                    <a:pt x="788" y="524"/>
                    <a:pt x="778" y="524"/>
                  </a:cubicBezTo>
                  <a:lnTo>
                    <a:pt x="90" y="524"/>
                  </a:lnTo>
                  <a:cubicBezTo>
                    <a:pt x="79" y="524"/>
                    <a:pt x="69" y="521"/>
                    <a:pt x="64" y="513"/>
                  </a:cubicBezTo>
                  <a:lnTo>
                    <a:pt x="64" y="513"/>
                  </a:lnTo>
                  <a:cubicBezTo>
                    <a:pt x="56" y="508"/>
                    <a:pt x="53" y="498"/>
                    <a:pt x="53" y="490"/>
                  </a:cubicBezTo>
                  <a:lnTo>
                    <a:pt x="53" y="82"/>
                  </a:lnTo>
                  <a:cubicBezTo>
                    <a:pt x="53" y="72"/>
                    <a:pt x="58" y="64"/>
                    <a:pt x="64" y="58"/>
                  </a:cubicBezTo>
                  <a:lnTo>
                    <a:pt x="64" y="58"/>
                  </a:lnTo>
                  <a:cubicBezTo>
                    <a:pt x="69" y="50"/>
                    <a:pt x="79" y="45"/>
                    <a:pt x="90" y="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7" name="Google Shape;2287;p73"/>
            <p:cNvSpPr/>
            <p:nvPr/>
          </p:nvSpPr>
          <p:spPr>
            <a:xfrm>
              <a:off x="6577122" y="3393733"/>
              <a:ext cx="266775" cy="1208413"/>
            </a:xfrm>
            <a:custGeom>
              <a:avLst/>
              <a:gdLst/>
              <a:ahLst/>
              <a:cxnLst/>
              <a:rect l="l" t="t" r="r" b="b"/>
              <a:pathLst>
                <a:path w="421" h="1907" extrusionOk="0">
                  <a:moveTo>
                    <a:pt x="0" y="0"/>
                  </a:moveTo>
                  <a:lnTo>
                    <a:pt x="421" y="0"/>
                  </a:lnTo>
                  <a:lnTo>
                    <a:pt x="421" y="1907"/>
                  </a:lnTo>
                  <a:lnTo>
                    <a:pt x="0" y="19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8" name="Google Shape;2288;p73"/>
            <p:cNvSpPr/>
            <p:nvPr/>
          </p:nvSpPr>
          <p:spPr>
            <a:xfrm>
              <a:off x="6530230" y="4230129"/>
              <a:ext cx="358657" cy="70338"/>
            </a:xfrm>
            <a:custGeom>
              <a:avLst/>
              <a:gdLst/>
              <a:ahLst/>
              <a:cxnLst/>
              <a:rect l="l" t="t" r="r" b="b"/>
              <a:pathLst>
                <a:path w="566" h="111" extrusionOk="0">
                  <a:moveTo>
                    <a:pt x="0" y="0"/>
                  </a:moveTo>
                  <a:lnTo>
                    <a:pt x="566" y="0"/>
                  </a:lnTo>
                  <a:lnTo>
                    <a:pt x="566" y="111"/>
                  </a:lnTo>
                  <a:lnTo>
                    <a:pt x="0" y="1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9" name="Google Shape;2289;p73"/>
            <p:cNvSpPr/>
            <p:nvPr/>
          </p:nvSpPr>
          <p:spPr>
            <a:xfrm>
              <a:off x="6530230" y="4451281"/>
              <a:ext cx="358657" cy="70338"/>
            </a:xfrm>
            <a:custGeom>
              <a:avLst/>
              <a:gdLst/>
              <a:ahLst/>
              <a:cxnLst/>
              <a:rect l="l" t="t" r="r" b="b"/>
              <a:pathLst>
                <a:path w="566" h="111" extrusionOk="0">
                  <a:moveTo>
                    <a:pt x="0" y="0"/>
                  </a:moveTo>
                  <a:lnTo>
                    <a:pt x="566" y="0"/>
                  </a:lnTo>
                  <a:lnTo>
                    <a:pt x="566" y="111"/>
                  </a:lnTo>
                  <a:lnTo>
                    <a:pt x="0" y="1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0" name="Google Shape;2290;p73"/>
            <p:cNvSpPr/>
            <p:nvPr/>
          </p:nvSpPr>
          <p:spPr>
            <a:xfrm>
              <a:off x="6530230" y="3624972"/>
              <a:ext cx="358657" cy="70338"/>
            </a:xfrm>
            <a:custGeom>
              <a:avLst/>
              <a:gdLst/>
              <a:ahLst/>
              <a:cxnLst/>
              <a:rect l="l" t="t" r="r" b="b"/>
              <a:pathLst>
                <a:path w="566" h="111" extrusionOk="0">
                  <a:moveTo>
                    <a:pt x="0" y="0"/>
                  </a:moveTo>
                  <a:lnTo>
                    <a:pt x="566" y="0"/>
                  </a:lnTo>
                  <a:lnTo>
                    <a:pt x="566" y="111"/>
                  </a:lnTo>
                  <a:lnTo>
                    <a:pt x="0" y="1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1" name="Google Shape;2291;p73"/>
            <p:cNvSpPr/>
            <p:nvPr/>
          </p:nvSpPr>
          <p:spPr>
            <a:xfrm>
              <a:off x="6540369" y="3336651"/>
              <a:ext cx="338380" cy="120398"/>
            </a:xfrm>
            <a:custGeom>
              <a:avLst/>
              <a:gdLst/>
              <a:ahLst/>
              <a:cxnLst/>
              <a:rect l="l" t="t" r="r" b="b"/>
              <a:pathLst>
                <a:path w="534" h="190" extrusionOk="0">
                  <a:moveTo>
                    <a:pt x="0" y="0"/>
                  </a:moveTo>
                  <a:lnTo>
                    <a:pt x="534" y="0"/>
                  </a:lnTo>
                  <a:lnTo>
                    <a:pt x="534" y="190"/>
                  </a:lnTo>
                  <a:lnTo>
                    <a:pt x="0" y="1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23400" rIns="90000" bIns="234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2" name="Google Shape;2292;p73"/>
            <p:cNvSpPr/>
            <p:nvPr/>
          </p:nvSpPr>
          <p:spPr>
            <a:xfrm>
              <a:off x="6883819" y="3455781"/>
              <a:ext cx="1432094" cy="1148215"/>
            </a:xfrm>
            <a:custGeom>
              <a:avLst/>
              <a:gdLst/>
              <a:ahLst/>
              <a:cxnLst/>
              <a:rect l="l" t="t" r="r" b="b"/>
              <a:pathLst>
                <a:path w="2260" h="1812" extrusionOk="0">
                  <a:moveTo>
                    <a:pt x="0" y="0"/>
                  </a:moveTo>
                  <a:lnTo>
                    <a:pt x="2260" y="902"/>
                  </a:lnTo>
                  <a:lnTo>
                    <a:pt x="2260" y="1812"/>
                  </a:lnTo>
                  <a:lnTo>
                    <a:pt x="0" y="18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3" name="Google Shape;2293;p73"/>
            <p:cNvSpPr/>
            <p:nvPr/>
          </p:nvSpPr>
          <p:spPr>
            <a:xfrm>
              <a:off x="7918604" y="4030522"/>
              <a:ext cx="252834" cy="209746"/>
            </a:xfrm>
            <a:custGeom>
              <a:avLst/>
              <a:gdLst/>
              <a:ahLst/>
              <a:cxnLst/>
              <a:rect l="l" t="t" r="r" b="b"/>
              <a:pathLst>
                <a:path w="399" h="331" extrusionOk="0">
                  <a:moveTo>
                    <a:pt x="0" y="0"/>
                  </a:moveTo>
                  <a:lnTo>
                    <a:pt x="399" y="0"/>
                  </a:lnTo>
                  <a:lnTo>
                    <a:pt x="399" y="331"/>
                  </a:lnTo>
                  <a:lnTo>
                    <a:pt x="0" y="3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4" name="Google Shape;2294;p73"/>
            <p:cNvSpPr/>
            <p:nvPr/>
          </p:nvSpPr>
          <p:spPr>
            <a:xfrm>
              <a:off x="7908465" y="4022285"/>
              <a:ext cx="271211" cy="224320"/>
            </a:xfrm>
            <a:custGeom>
              <a:avLst/>
              <a:gdLst/>
              <a:ahLst/>
              <a:cxnLst/>
              <a:rect l="l" t="t" r="r" b="b"/>
              <a:pathLst>
                <a:path w="428" h="354" extrusionOk="0">
                  <a:moveTo>
                    <a:pt x="0" y="0"/>
                  </a:moveTo>
                  <a:lnTo>
                    <a:pt x="428" y="0"/>
                  </a:lnTo>
                  <a:lnTo>
                    <a:pt x="428" y="354"/>
                  </a:lnTo>
                  <a:lnTo>
                    <a:pt x="0" y="354"/>
                  </a:lnTo>
                  <a:lnTo>
                    <a:pt x="0" y="0"/>
                  </a:lnTo>
                  <a:moveTo>
                    <a:pt x="156" y="13"/>
                  </a:moveTo>
                  <a:lnTo>
                    <a:pt x="156" y="344"/>
                  </a:lnTo>
                  <a:lnTo>
                    <a:pt x="278" y="344"/>
                  </a:lnTo>
                  <a:lnTo>
                    <a:pt x="278" y="13"/>
                  </a:lnTo>
                  <a:lnTo>
                    <a:pt x="156" y="13"/>
                  </a:lnTo>
                  <a:moveTo>
                    <a:pt x="140" y="341"/>
                  </a:moveTo>
                  <a:lnTo>
                    <a:pt x="140" y="10"/>
                  </a:lnTo>
                  <a:lnTo>
                    <a:pt x="13" y="10"/>
                  </a:lnTo>
                  <a:lnTo>
                    <a:pt x="13" y="341"/>
                  </a:lnTo>
                  <a:lnTo>
                    <a:pt x="140" y="341"/>
                  </a:lnTo>
                  <a:moveTo>
                    <a:pt x="291" y="13"/>
                  </a:moveTo>
                  <a:lnTo>
                    <a:pt x="291" y="344"/>
                  </a:lnTo>
                  <a:lnTo>
                    <a:pt x="415" y="344"/>
                  </a:lnTo>
                  <a:lnTo>
                    <a:pt x="415" y="13"/>
                  </a:lnTo>
                  <a:lnTo>
                    <a:pt x="291" y="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5" name="Google Shape;2295;p73"/>
            <p:cNvSpPr/>
            <p:nvPr/>
          </p:nvSpPr>
          <p:spPr>
            <a:xfrm>
              <a:off x="7918604" y="4330883"/>
              <a:ext cx="252834" cy="209112"/>
            </a:xfrm>
            <a:custGeom>
              <a:avLst/>
              <a:gdLst/>
              <a:ahLst/>
              <a:cxnLst/>
              <a:rect l="l" t="t" r="r" b="b"/>
              <a:pathLst>
                <a:path w="399" h="330" extrusionOk="0">
                  <a:moveTo>
                    <a:pt x="0" y="0"/>
                  </a:moveTo>
                  <a:lnTo>
                    <a:pt x="399" y="0"/>
                  </a:lnTo>
                  <a:lnTo>
                    <a:pt x="399" y="330"/>
                  </a:lnTo>
                  <a:lnTo>
                    <a:pt x="0" y="3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6" name="Google Shape;2296;p73"/>
            <p:cNvSpPr/>
            <p:nvPr/>
          </p:nvSpPr>
          <p:spPr>
            <a:xfrm>
              <a:off x="7908465" y="4322012"/>
              <a:ext cx="271211" cy="224954"/>
            </a:xfrm>
            <a:custGeom>
              <a:avLst/>
              <a:gdLst/>
              <a:ahLst/>
              <a:cxnLst/>
              <a:rect l="l" t="t" r="r" b="b"/>
              <a:pathLst>
                <a:path w="428" h="355" extrusionOk="0">
                  <a:moveTo>
                    <a:pt x="0" y="0"/>
                  </a:moveTo>
                  <a:lnTo>
                    <a:pt x="428" y="0"/>
                  </a:lnTo>
                  <a:lnTo>
                    <a:pt x="428" y="355"/>
                  </a:lnTo>
                  <a:lnTo>
                    <a:pt x="0" y="355"/>
                  </a:lnTo>
                  <a:lnTo>
                    <a:pt x="0" y="0"/>
                  </a:lnTo>
                  <a:moveTo>
                    <a:pt x="156" y="14"/>
                  </a:moveTo>
                  <a:lnTo>
                    <a:pt x="156" y="344"/>
                  </a:lnTo>
                  <a:lnTo>
                    <a:pt x="278" y="344"/>
                  </a:lnTo>
                  <a:lnTo>
                    <a:pt x="278" y="14"/>
                  </a:lnTo>
                  <a:lnTo>
                    <a:pt x="156" y="14"/>
                  </a:lnTo>
                  <a:moveTo>
                    <a:pt x="140" y="342"/>
                  </a:moveTo>
                  <a:lnTo>
                    <a:pt x="140" y="11"/>
                  </a:lnTo>
                  <a:lnTo>
                    <a:pt x="13" y="11"/>
                  </a:lnTo>
                  <a:lnTo>
                    <a:pt x="13" y="342"/>
                  </a:lnTo>
                  <a:lnTo>
                    <a:pt x="140" y="342"/>
                  </a:lnTo>
                  <a:moveTo>
                    <a:pt x="291" y="14"/>
                  </a:moveTo>
                  <a:lnTo>
                    <a:pt x="291" y="344"/>
                  </a:lnTo>
                  <a:lnTo>
                    <a:pt x="415" y="344"/>
                  </a:lnTo>
                  <a:lnTo>
                    <a:pt x="415" y="14"/>
                  </a:lnTo>
                  <a:lnTo>
                    <a:pt x="291" y="1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7" name="Google Shape;2297;p73"/>
            <p:cNvSpPr/>
            <p:nvPr/>
          </p:nvSpPr>
          <p:spPr>
            <a:xfrm>
              <a:off x="6880903" y="3848025"/>
              <a:ext cx="898544" cy="755971"/>
            </a:xfrm>
            <a:custGeom>
              <a:avLst/>
              <a:gdLst/>
              <a:ahLst/>
              <a:cxnLst/>
              <a:rect l="l" t="t" r="r" b="b"/>
              <a:pathLst>
                <a:path w="1418" h="1193" extrusionOk="0">
                  <a:moveTo>
                    <a:pt x="0" y="1193"/>
                  </a:moveTo>
                  <a:lnTo>
                    <a:pt x="1418" y="1193"/>
                  </a:lnTo>
                  <a:lnTo>
                    <a:pt x="1418" y="428"/>
                  </a:lnTo>
                  <a:lnTo>
                    <a:pt x="701" y="0"/>
                  </a:lnTo>
                  <a:lnTo>
                    <a:pt x="701" y="418"/>
                  </a:lnTo>
                  <a:lnTo>
                    <a:pt x="0" y="0"/>
                  </a:lnTo>
                  <a:lnTo>
                    <a:pt x="0" y="119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8" name="Google Shape;2298;p73"/>
            <p:cNvSpPr/>
            <p:nvPr/>
          </p:nvSpPr>
          <p:spPr>
            <a:xfrm>
              <a:off x="6971265" y="4216822"/>
              <a:ext cx="283250" cy="232558"/>
            </a:xfrm>
            <a:custGeom>
              <a:avLst/>
              <a:gdLst/>
              <a:ahLst/>
              <a:cxnLst/>
              <a:rect l="l" t="t" r="r" b="b"/>
              <a:pathLst>
                <a:path w="447" h="367" extrusionOk="0">
                  <a:moveTo>
                    <a:pt x="0" y="0"/>
                  </a:moveTo>
                  <a:lnTo>
                    <a:pt x="447" y="0"/>
                  </a:lnTo>
                  <a:lnTo>
                    <a:pt x="447" y="367"/>
                  </a:lnTo>
                  <a:lnTo>
                    <a:pt x="0" y="3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9" name="Google Shape;2299;p73"/>
            <p:cNvSpPr/>
            <p:nvPr/>
          </p:nvSpPr>
          <p:spPr>
            <a:xfrm>
              <a:off x="6961126" y="4208584"/>
              <a:ext cx="303528" cy="249667"/>
            </a:xfrm>
            <a:custGeom>
              <a:avLst/>
              <a:gdLst/>
              <a:ahLst/>
              <a:cxnLst/>
              <a:rect l="l" t="t" r="r" b="b"/>
              <a:pathLst>
                <a:path w="479" h="394" extrusionOk="0">
                  <a:moveTo>
                    <a:pt x="0" y="0"/>
                  </a:moveTo>
                  <a:lnTo>
                    <a:pt x="479" y="0"/>
                  </a:lnTo>
                  <a:lnTo>
                    <a:pt x="479" y="394"/>
                  </a:lnTo>
                  <a:lnTo>
                    <a:pt x="0" y="394"/>
                  </a:lnTo>
                  <a:lnTo>
                    <a:pt x="0" y="0"/>
                  </a:lnTo>
                  <a:moveTo>
                    <a:pt x="172" y="13"/>
                  </a:moveTo>
                  <a:lnTo>
                    <a:pt x="172" y="380"/>
                  </a:lnTo>
                  <a:lnTo>
                    <a:pt x="310" y="380"/>
                  </a:lnTo>
                  <a:lnTo>
                    <a:pt x="310" y="13"/>
                  </a:lnTo>
                  <a:lnTo>
                    <a:pt x="172" y="13"/>
                  </a:lnTo>
                  <a:moveTo>
                    <a:pt x="159" y="380"/>
                  </a:moveTo>
                  <a:lnTo>
                    <a:pt x="159" y="13"/>
                  </a:lnTo>
                  <a:lnTo>
                    <a:pt x="19" y="13"/>
                  </a:lnTo>
                  <a:lnTo>
                    <a:pt x="19" y="380"/>
                  </a:lnTo>
                  <a:lnTo>
                    <a:pt x="159" y="380"/>
                  </a:lnTo>
                  <a:moveTo>
                    <a:pt x="325" y="13"/>
                  </a:moveTo>
                  <a:lnTo>
                    <a:pt x="325" y="380"/>
                  </a:lnTo>
                  <a:lnTo>
                    <a:pt x="463" y="380"/>
                  </a:lnTo>
                  <a:lnTo>
                    <a:pt x="463" y="13"/>
                  </a:lnTo>
                  <a:lnTo>
                    <a:pt x="325" y="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0" name="Google Shape;2300;p73"/>
            <p:cNvSpPr/>
            <p:nvPr/>
          </p:nvSpPr>
          <p:spPr>
            <a:xfrm>
              <a:off x="7412300" y="4216822"/>
              <a:ext cx="283250" cy="232558"/>
            </a:xfrm>
            <a:custGeom>
              <a:avLst/>
              <a:gdLst/>
              <a:ahLst/>
              <a:cxnLst/>
              <a:rect l="l" t="t" r="r" b="b"/>
              <a:pathLst>
                <a:path w="447" h="367" extrusionOk="0">
                  <a:moveTo>
                    <a:pt x="0" y="0"/>
                  </a:moveTo>
                  <a:lnTo>
                    <a:pt x="447" y="0"/>
                  </a:lnTo>
                  <a:lnTo>
                    <a:pt x="447" y="367"/>
                  </a:lnTo>
                  <a:lnTo>
                    <a:pt x="0" y="3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1" name="Google Shape;2301;p73"/>
            <p:cNvSpPr/>
            <p:nvPr/>
          </p:nvSpPr>
          <p:spPr>
            <a:xfrm>
              <a:off x="7402162" y="4208584"/>
              <a:ext cx="303528" cy="249667"/>
            </a:xfrm>
            <a:custGeom>
              <a:avLst/>
              <a:gdLst/>
              <a:ahLst/>
              <a:cxnLst/>
              <a:rect l="l" t="t" r="r" b="b"/>
              <a:pathLst>
                <a:path w="479" h="394" extrusionOk="0">
                  <a:moveTo>
                    <a:pt x="0" y="0"/>
                  </a:moveTo>
                  <a:lnTo>
                    <a:pt x="479" y="0"/>
                  </a:lnTo>
                  <a:lnTo>
                    <a:pt x="479" y="394"/>
                  </a:lnTo>
                  <a:lnTo>
                    <a:pt x="0" y="394"/>
                  </a:lnTo>
                  <a:lnTo>
                    <a:pt x="0" y="0"/>
                  </a:lnTo>
                  <a:moveTo>
                    <a:pt x="174" y="13"/>
                  </a:moveTo>
                  <a:lnTo>
                    <a:pt x="174" y="380"/>
                  </a:lnTo>
                  <a:lnTo>
                    <a:pt x="312" y="380"/>
                  </a:lnTo>
                  <a:lnTo>
                    <a:pt x="312" y="13"/>
                  </a:lnTo>
                  <a:lnTo>
                    <a:pt x="174" y="13"/>
                  </a:lnTo>
                  <a:moveTo>
                    <a:pt x="159" y="380"/>
                  </a:moveTo>
                  <a:lnTo>
                    <a:pt x="159" y="13"/>
                  </a:lnTo>
                  <a:lnTo>
                    <a:pt x="18" y="13"/>
                  </a:lnTo>
                  <a:lnTo>
                    <a:pt x="18" y="380"/>
                  </a:lnTo>
                  <a:lnTo>
                    <a:pt x="159" y="380"/>
                  </a:lnTo>
                  <a:moveTo>
                    <a:pt x="325" y="13"/>
                  </a:moveTo>
                  <a:lnTo>
                    <a:pt x="325" y="380"/>
                  </a:lnTo>
                  <a:lnTo>
                    <a:pt x="463" y="380"/>
                  </a:lnTo>
                  <a:lnTo>
                    <a:pt x="463" y="13"/>
                  </a:lnTo>
                  <a:lnTo>
                    <a:pt x="325" y="1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2" name="Google Shape;2302;p73"/>
            <p:cNvSpPr/>
            <p:nvPr/>
          </p:nvSpPr>
          <p:spPr>
            <a:xfrm>
              <a:off x="6867343" y="3775786"/>
              <a:ext cx="918821" cy="343450"/>
            </a:xfrm>
            <a:custGeom>
              <a:avLst/>
              <a:gdLst/>
              <a:ahLst/>
              <a:cxnLst/>
              <a:rect l="l" t="t" r="r" b="b"/>
              <a:pathLst>
                <a:path w="1450" h="542" extrusionOk="0">
                  <a:moveTo>
                    <a:pt x="1450" y="542"/>
                  </a:moveTo>
                  <a:lnTo>
                    <a:pt x="1450" y="455"/>
                  </a:lnTo>
                  <a:lnTo>
                    <a:pt x="688" y="0"/>
                  </a:lnTo>
                  <a:lnTo>
                    <a:pt x="688" y="87"/>
                  </a:lnTo>
                  <a:lnTo>
                    <a:pt x="1450" y="542"/>
                  </a:lnTo>
                  <a:moveTo>
                    <a:pt x="733" y="444"/>
                  </a:moveTo>
                  <a:lnTo>
                    <a:pt x="733" y="532"/>
                  </a:lnTo>
                  <a:lnTo>
                    <a:pt x="0" y="95"/>
                  </a:lnTo>
                  <a:lnTo>
                    <a:pt x="0" y="8"/>
                  </a:lnTo>
                  <a:lnTo>
                    <a:pt x="733" y="44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3" name="Google Shape;2303;p73"/>
            <p:cNvSpPr/>
            <p:nvPr/>
          </p:nvSpPr>
          <p:spPr>
            <a:xfrm>
              <a:off x="6870512" y="4538728"/>
              <a:ext cx="932129" cy="65268"/>
            </a:xfrm>
            <a:custGeom>
              <a:avLst/>
              <a:gdLst/>
              <a:ahLst/>
              <a:cxnLst/>
              <a:rect l="l" t="t" r="r" b="b"/>
              <a:pathLst>
                <a:path w="1471" h="103" extrusionOk="0">
                  <a:moveTo>
                    <a:pt x="0" y="0"/>
                  </a:moveTo>
                  <a:lnTo>
                    <a:pt x="1471" y="0"/>
                  </a:lnTo>
                  <a:lnTo>
                    <a:pt x="1471" y="103"/>
                  </a:lnTo>
                  <a:lnTo>
                    <a:pt x="0" y="1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304" name="Google Shape;2304;p73"/>
            <p:cNvCxnSpPr/>
            <p:nvPr/>
          </p:nvCxnSpPr>
          <p:spPr>
            <a:xfrm rot="10800000">
              <a:off x="5757326" y="4595950"/>
              <a:ext cx="26883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05" name="Google Shape;2305;p73"/>
            <p:cNvCxnSpPr/>
            <p:nvPr/>
          </p:nvCxnSpPr>
          <p:spPr>
            <a:xfrm rot="10800000">
              <a:off x="5482988" y="4595959"/>
              <a:ext cx="216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306" name="Google Shape;2306;p73"/>
          <p:cNvGrpSpPr/>
          <p:nvPr/>
        </p:nvGrpSpPr>
        <p:grpSpPr>
          <a:xfrm>
            <a:off x="713240" y="2714543"/>
            <a:ext cx="4041039" cy="1889664"/>
            <a:chOff x="713238" y="3218939"/>
            <a:chExt cx="2962639" cy="1385384"/>
          </a:xfrm>
        </p:grpSpPr>
        <p:sp>
          <p:nvSpPr>
            <p:cNvPr id="2307" name="Google Shape;2307;p73"/>
            <p:cNvSpPr/>
            <p:nvPr/>
          </p:nvSpPr>
          <p:spPr>
            <a:xfrm>
              <a:off x="1982220" y="3331073"/>
              <a:ext cx="560718" cy="275992"/>
            </a:xfrm>
            <a:custGeom>
              <a:avLst/>
              <a:gdLst/>
              <a:ahLst/>
              <a:cxnLst/>
              <a:rect l="l" t="t" r="r" b="b"/>
              <a:pathLst>
                <a:path w="1156" h="569" extrusionOk="0">
                  <a:moveTo>
                    <a:pt x="381" y="93"/>
                  </a:moveTo>
                  <a:cubicBezTo>
                    <a:pt x="362" y="90"/>
                    <a:pt x="341" y="88"/>
                    <a:pt x="317" y="88"/>
                  </a:cubicBezTo>
                  <a:cubicBezTo>
                    <a:pt x="193" y="88"/>
                    <a:pt x="95" y="151"/>
                    <a:pt x="95" y="231"/>
                  </a:cubicBezTo>
                  <a:cubicBezTo>
                    <a:pt x="95" y="249"/>
                    <a:pt x="100" y="268"/>
                    <a:pt x="111" y="283"/>
                  </a:cubicBezTo>
                  <a:cubicBezTo>
                    <a:pt x="58" y="310"/>
                    <a:pt x="23" y="350"/>
                    <a:pt x="23" y="395"/>
                  </a:cubicBezTo>
                  <a:lnTo>
                    <a:pt x="0" y="569"/>
                  </a:lnTo>
                  <a:lnTo>
                    <a:pt x="92" y="495"/>
                  </a:lnTo>
                  <a:cubicBezTo>
                    <a:pt x="132" y="519"/>
                    <a:pt x="187" y="535"/>
                    <a:pt x="248" y="535"/>
                  </a:cubicBezTo>
                  <a:cubicBezTo>
                    <a:pt x="285" y="535"/>
                    <a:pt x="317" y="529"/>
                    <a:pt x="349" y="519"/>
                  </a:cubicBezTo>
                  <a:cubicBezTo>
                    <a:pt x="407" y="548"/>
                    <a:pt x="478" y="564"/>
                    <a:pt x="558" y="564"/>
                  </a:cubicBezTo>
                  <a:cubicBezTo>
                    <a:pt x="650" y="564"/>
                    <a:pt x="732" y="540"/>
                    <a:pt x="796" y="503"/>
                  </a:cubicBezTo>
                  <a:cubicBezTo>
                    <a:pt x="833" y="522"/>
                    <a:pt x="883" y="535"/>
                    <a:pt x="933" y="535"/>
                  </a:cubicBezTo>
                  <a:cubicBezTo>
                    <a:pt x="1058" y="535"/>
                    <a:pt x="1156" y="471"/>
                    <a:pt x="1156" y="392"/>
                  </a:cubicBezTo>
                  <a:cubicBezTo>
                    <a:pt x="1156" y="318"/>
                    <a:pt x="1066" y="257"/>
                    <a:pt x="952" y="252"/>
                  </a:cubicBezTo>
                  <a:cubicBezTo>
                    <a:pt x="955" y="241"/>
                    <a:pt x="957" y="233"/>
                    <a:pt x="957" y="223"/>
                  </a:cubicBezTo>
                  <a:cubicBezTo>
                    <a:pt x="957" y="143"/>
                    <a:pt x="857" y="80"/>
                    <a:pt x="735" y="80"/>
                  </a:cubicBezTo>
                  <a:cubicBezTo>
                    <a:pt x="722" y="80"/>
                    <a:pt x="709" y="80"/>
                    <a:pt x="695" y="82"/>
                  </a:cubicBezTo>
                  <a:cubicBezTo>
                    <a:pt x="682" y="35"/>
                    <a:pt x="619" y="0"/>
                    <a:pt x="542" y="0"/>
                  </a:cubicBezTo>
                  <a:cubicBezTo>
                    <a:pt x="455" y="3"/>
                    <a:pt x="388" y="43"/>
                    <a:pt x="381" y="9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308" name="Google Shape;2308;p73"/>
            <p:cNvGrpSpPr/>
            <p:nvPr/>
          </p:nvGrpSpPr>
          <p:grpSpPr>
            <a:xfrm flipH="1">
              <a:off x="2623124" y="3218939"/>
              <a:ext cx="553740" cy="1385214"/>
              <a:chOff x="3899880" y="1817280"/>
              <a:chExt cx="1502280" cy="3758040"/>
            </a:xfrm>
          </p:grpSpPr>
          <p:sp>
            <p:nvSpPr>
              <p:cNvPr id="2309" name="Google Shape;2309;p73"/>
              <p:cNvSpPr/>
              <p:nvPr/>
            </p:nvSpPr>
            <p:spPr>
              <a:xfrm>
                <a:off x="4374000" y="1818000"/>
                <a:ext cx="554760" cy="3757320"/>
              </a:xfrm>
              <a:custGeom>
                <a:avLst/>
                <a:gdLst/>
                <a:ahLst/>
                <a:cxnLst/>
                <a:rect l="l" t="t" r="r" b="b"/>
                <a:pathLst>
                  <a:path w="1541" h="10437" extrusionOk="0">
                    <a:moveTo>
                      <a:pt x="1519" y="10437"/>
                    </a:moveTo>
                    <a:cubicBezTo>
                      <a:pt x="1508" y="10437"/>
                      <a:pt x="1498" y="10427"/>
                      <a:pt x="1496" y="10416"/>
                    </a:cubicBezTo>
                    <a:lnTo>
                      <a:pt x="918" y="47"/>
                    </a:lnTo>
                    <a:lnTo>
                      <a:pt x="625" y="47"/>
                    </a:lnTo>
                    <a:lnTo>
                      <a:pt x="46" y="10416"/>
                    </a:lnTo>
                    <a:cubicBezTo>
                      <a:pt x="46" y="10429"/>
                      <a:pt x="36" y="10439"/>
                      <a:pt x="22" y="10437"/>
                    </a:cubicBezTo>
                    <a:cubicBezTo>
                      <a:pt x="8" y="10437"/>
                      <a:pt x="0" y="10426"/>
                      <a:pt x="0" y="10413"/>
                    </a:cubicBezTo>
                    <a:lnTo>
                      <a:pt x="578" y="22"/>
                    </a:lnTo>
                    <a:cubicBezTo>
                      <a:pt x="578" y="10"/>
                      <a:pt x="588" y="0"/>
                      <a:pt x="601" y="0"/>
                    </a:cubicBezTo>
                    <a:lnTo>
                      <a:pt x="938" y="0"/>
                    </a:lnTo>
                    <a:cubicBezTo>
                      <a:pt x="950" y="0"/>
                      <a:pt x="960" y="10"/>
                      <a:pt x="961" y="22"/>
                    </a:cubicBezTo>
                    <a:lnTo>
                      <a:pt x="1541" y="10413"/>
                    </a:lnTo>
                    <a:cubicBezTo>
                      <a:pt x="1543" y="10426"/>
                      <a:pt x="1534" y="10436"/>
                      <a:pt x="1519" y="1043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0" name="Google Shape;2310;p73"/>
              <p:cNvSpPr/>
              <p:nvPr/>
            </p:nvSpPr>
            <p:spPr>
              <a:xfrm>
                <a:off x="4381200" y="1817280"/>
                <a:ext cx="527760" cy="3613320"/>
              </a:xfrm>
              <a:custGeom>
                <a:avLst/>
                <a:gdLst/>
                <a:ahLst/>
                <a:cxnLst/>
                <a:rect l="l" t="t" r="r" b="b"/>
                <a:pathLst>
                  <a:path w="1466" h="10037" extrusionOk="0">
                    <a:moveTo>
                      <a:pt x="25" y="10037"/>
                    </a:moveTo>
                    <a:cubicBezTo>
                      <a:pt x="16" y="10037"/>
                      <a:pt x="7" y="10031"/>
                      <a:pt x="3" y="10024"/>
                    </a:cubicBezTo>
                    <a:cubicBezTo>
                      <a:pt x="-3" y="10013"/>
                      <a:pt x="3" y="9999"/>
                      <a:pt x="15" y="9994"/>
                    </a:cubicBezTo>
                    <a:lnTo>
                      <a:pt x="1392" y="9377"/>
                    </a:lnTo>
                    <a:lnTo>
                      <a:pt x="93" y="8561"/>
                    </a:lnTo>
                    <a:cubicBezTo>
                      <a:pt x="86" y="8557"/>
                      <a:pt x="82" y="8550"/>
                      <a:pt x="83" y="8541"/>
                    </a:cubicBezTo>
                    <a:cubicBezTo>
                      <a:pt x="83" y="8532"/>
                      <a:pt x="88" y="8525"/>
                      <a:pt x="95" y="8522"/>
                    </a:cubicBezTo>
                    <a:lnTo>
                      <a:pt x="1309" y="7801"/>
                    </a:lnTo>
                    <a:lnTo>
                      <a:pt x="176" y="7125"/>
                    </a:lnTo>
                    <a:cubicBezTo>
                      <a:pt x="169" y="7120"/>
                      <a:pt x="165" y="7113"/>
                      <a:pt x="165" y="7106"/>
                    </a:cubicBezTo>
                    <a:cubicBezTo>
                      <a:pt x="165" y="7097"/>
                      <a:pt x="169" y="7090"/>
                      <a:pt x="175" y="7085"/>
                    </a:cubicBezTo>
                    <a:lnTo>
                      <a:pt x="1233" y="6422"/>
                    </a:lnTo>
                    <a:lnTo>
                      <a:pt x="249" y="5787"/>
                    </a:lnTo>
                    <a:cubicBezTo>
                      <a:pt x="243" y="5783"/>
                      <a:pt x="239" y="5778"/>
                      <a:pt x="239" y="5770"/>
                    </a:cubicBezTo>
                    <a:cubicBezTo>
                      <a:pt x="239" y="5763"/>
                      <a:pt x="242" y="5755"/>
                      <a:pt x="248" y="5751"/>
                    </a:cubicBezTo>
                    <a:lnTo>
                      <a:pt x="1161" y="5005"/>
                    </a:lnTo>
                    <a:lnTo>
                      <a:pt x="331" y="4304"/>
                    </a:lnTo>
                    <a:cubicBezTo>
                      <a:pt x="325" y="4299"/>
                      <a:pt x="322" y="4294"/>
                      <a:pt x="322" y="4286"/>
                    </a:cubicBezTo>
                    <a:cubicBezTo>
                      <a:pt x="322" y="4279"/>
                      <a:pt x="325" y="4273"/>
                      <a:pt x="331" y="4269"/>
                    </a:cubicBezTo>
                    <a:lnTo>
                      <a:pt x="1086" y="3622"/>
                    </a:lnTo>
                    <a:lnTo>
                      <a:pt x="402" y="3034"/>
                    </a:lnTo>
                    <a:cubicBezTo>
                      <a:pt x="396" y="3030"/>
                      <a:pt x="393" y="3022"/>
                      <a:pt x="393" y="3015"/>
                    </a:cubicBezTo>
                    <a:cubicBezTo>
                      <a:pt x="393" y="3008"/>
                      <a:pt x="398" y="3002"/>
                      <a:pt x="404" y="2998"/>
                    </a:cubicBezTo>
                    <a:lnTo>
                      <a:pt x="1020" y="2563"/>
                    </a:lnTo>
                    <a:lnTo>
                      <a:pt x="449" y="2208"/>
                    </a:lnTo>
                    <a:cubicBezTo>
                      <a:pt x="443" y="2204"/>
                      <a:pt x="439" y="2198"/>
                      <a:pt x="437" y="2189"/>
                    </a:cubicBezTo>
                    <a:cubicBezTo>
                      <a:pt x="437" y="2182"/>
                      <a:pt x="440" y="2174"/>
                      <a:pt x="446" y="2170"/>
                    </a:cubicBezTo>
                    <a:lnTo>
                      <a:pt x="976" y="1750"/>
                    </a:lnTo>
                    <a:lnTo>
                      <a:pt x="493" y="1383"/>
                    </a:lnTo>
                    <a:cubicBezTo>
                      <a:pt x="487" y="1379"/>
                      <a:pt x="484" y="1371"/>
                      <a:pt x="484" y="1364"/>
                    </a:cubicBezTo>
                    <a:cubicBezTo>
                      <a:pt x="484" y="1356"/>
                      <a:pt x="487" y="1350"/>
                      <a:pt x="493" y="1345"/>
                    </a:cubicBezTo>
                    <a:lnTo>
                      <a:pt x="936" y="994"/>
                    </a:lnTo>
                    <a:lnTo>
                      <a:pt x="532" y="697"/>
                    </a:lnTo>
                    <a:cubicBezTo>
                      <a:pt x="526" y="693"/>
                      <a:pt x="523" y="685"/>
                      <a:pt x="523" y="678"/>
                    </a:cubicBezTo>
                    <a:cubicBezTo>
                      <a:pt x="523" y="671"/>
                      <a:pt x="526" y="663"/>
                      <a:pt x="532" y="659"/>
                    </a:cubicBezTo>
                    <a:lnTo>
                      <a:pt x="903" y="362"/>
                    </a:lnTo>
                    <a:lnTo>
                      <a:pt x="567" y="41"/>
                    </a:lnTo>
                    <a:cubicBezTo>
                      <a:pt x="558" y="33"/>
                      <a:pt x="557" y="18"/>
                      <a:pt x="565" y="8"/>
                    </a:cubicBezTo>
                    <a:cubicBezTo>
                      <a:pt x="574" y="-1"/>
                      <a:pt x="589" y="-2"/>
                      <a:pt x="599" y="6"/>
                    </a:cubicBezTo>
                    <a:lnTo>
                      <a:pt x="954" y="344"/>
                    </a:lnTo>
                    <a:cubicBezTo>
                      <a:pt x="959" y="349"/>
                      <a:pt x="962" y="356"/>
                      <a:pt x="962" y="362"/>
                    </a:cubicBezTo>
                    <a:cubicBezTo>
                      <a:pt x="962" y="369"/>
                      <a:pt x="959" y="375"/>
                      <a:pt x="953" y="379"/>
                    </a:cubicBezTo>
                    <a:lnTo>
                      <a:pt x="584" y="675"/>
                    </a:lnTo>
                    <a:lnTo>
                      <a:pt x="988" y="972"/>
                    </a:lnTo>
                    <a:cubicBezTo>
                      <a:pt x="994" y="977"/>
                      <a:pt x="997" y="983"/>
                      <a:pt x="997" y="991"/>
                    </a:cubicBezTo>
                    <a:cubicBezTo>
                      <a:pt x="997" y="998"/>
                      <a:pt x="994" y="1006"/>
                      <a:pt x="988" y="1010"/>
                    </a:cubicBezTo>
                    <a:lnTo>
                      <a:pt x="545" y="1361"/>
                    </a:lnTo>
                    <a:lnTo>
                      <a:pt x="1029" y="1729"/>
                    </a:lnTo>
                    <a:cubicBezTo>
                      <a:pt x="1035" y="1733"/>
                      <a:pt x="1038" y="1740"/>
                      <a:pt x="1038" y="1748"/>
                    </a:cubicBezTo>
                    <a:cubicBezTo>
                      <a:pt x="1038" y="1755"/>
                      <a:pt x="1035" y="1762"/>
                      <a:pt x="1029" y="1766"/>
                    </a:cubicBezTo>
                    <a:lnTo>
                      <a:pt x="501" y="2185"/>
                    </a:lnTo>
                    <a:lnTo>
                      <a:pt x="1072" y="2537"/>
                    </a:lnTo>
                    <a:cubicBezTo>
                      <a:pt x="1080" y="2542"/>
                      <a:pt x="1083" y="2549"/>
                      <a:pt x="1084" y="2556"/>
                    </a:cubicBezTo>
                    <a:cubicBezTo>
                      <a:pt x="1084" y="2563"/>
                      <a:pt x="1081" y="2571"/>
                      <a:pt x="1074" y="2575"/>
                    </a:cubicBezTo>
                    <a:lnTo>
                      <a:pt x="453" y="3012"/>
                    </a:lnTo>
                    <a:lnTo>
                      <a:pt x="1135" y="3597"/>
                    </a:lnTo>
                    <a:cubicBezTo>
                      <a:pt x="1141" y="3601"/>
                      <a:pt x="1144" y="3608"/>
                      <a:pt x="1144" y="3615"/>
                    </a:cubicBezTo>
                    <a:cubicBezTo>
                      <a:pt x="1144" y="3623"/>
                      <a:pt x="1141" y="3628"/>
                      <a:pt x="1135" y="3632"/>
                    </a:cubicBezTo>
                    <a:lnTo>
                      <a:pt x="380" y="4279"/>
                    </a:lnTo>
                    <a:lnTo>
                      <a:pt x="1212" y="4980"/>
                    </a:lnTo>
                    <a:cubicBezTo>
                      <a:pt x="1218" y="4984"/>
                      <a:pt x="1221" y="4991"/>
                      <a:pt x="1221" y="4997"/>
                    </a:cubicBezTo>
                    <a:cubicBezTo>
                      <a:pt x="1221" y="5005"/>
                      <a:pt x="1218" y="5010"/>
                      <a:pt x="1212" y="5015"/>
                    </a:cubicBezTo>
                    <a:lnTo>
                      <a:pt x="302" y="5758"/>
                    </a:lnTo>
                    <a:lnTo>
                      <a:pt x="1290" y="6396"/>
                    </a:lnTo>
                    <a:cubicBezTo>
                      <a:pt x="1297" y="6400"/>
                      <a:pt x="1300" y="6408"/>
                      <a:pt x="1300" y="6415"/>
                    </a:cubicBezTo>
                    <a:cubicBezTo>
                      <a:pt x="1300" y="6422"/>
                      <a:pt x="1295" y="6430"/>
                      <a:pt x="1290" y="6434"/>
                    </a:cubicBezTo>
                    <a:lnTo>
                      <a:pt x="233" y="7095"/>
                    </a:lnTo>
                    <a:lnTo>
                      <a:pt x="1367" y="7773"/>
                    </a:lnTo>
                    <a:cubicBezTo>
                      <a:pt x="1374" y="7777"/>
                      <a:pt x="1378" y="7785"/>
                      <a:pt x="1378" y="7793"/>
                    </a:cubicBezTo>
                    <a:cubicBezTo>
                      <a:pt x="1378" y="7802"/>
                      <a:pt x="1374" y="7809"/>
                      <a:pt x="1367" y="7814"/>
                    </a:cubicBezTo>
                    <a:lnTo>
                      <a:pt x="153" y="8537"/>
                    </a:lnTo>
                    <a:lnTo>
                      <a:pt x="1456" y="9355"/>
                    </a:lnTo>
                    <a:cubicBezTo>
                      <a:pt x="1463" y="9360"/>
                      <a:pt x="1467" y="9368"/>
                      <a:pt x="1466" y="9377"/>
                    </a:cubicBezTo>
                    <a:cubicBezTo>
                      <a:pt x="1466" y="9386"/>
                      <a:pt x="1460" y="9393"/>
                      <a:pt x="1453" y="9396"/>
                    </a:cubicBezTo>
                    <a:lnTo>
                      <a:pt x="35" y="10030"/>
                    </a:lnTo>
                    <a:cubicBezTo>
                      <a:pt x="31" y="10036"/>
                      <a:pt x="28" y="10037"/>
                      <a:pt x="25" y="1003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1" name="Google Shape;2311;p73"/>
              <p:cNvSpPr/>
              <p:nvPr/>
            </p:nvSpPr>
            <p:spPr>
              <a:xfrm>
                <a:off x="4394520" y="1817640"/>
                <a:ext cx="527040" cy="3612960"/>
              </a:xfrm>
              <a:custGeom>
                <a:avLst/>
                <a:gdLst/>
                <a:ahLst/>
                <a:cxnLst/>
                <a:rect l="l" t="t" r="r" b="b"/>
                <a:pathLst>
                  <a:path w="1464" h="10036" extrusionOk="0">
                    <a:moveTo>
                      <a:pt x="1439" y="10036"/>
                    </a:moveTo>
                    <a:cubicBezTo>
                      <a:pt x="1436" y="10036"/>
                      <a:pt x="1433" y="10036"/>
                      <a:pt x="1430" y="10035"/>
                    </a:cubicBezTo>
                    <a:lnTo>
                      <a:pt x="13" y="9401"/>
                    </a:lnTo>
                    <a:cubicBezTo>
                      <a:pt x="5" y="9398"/>
                      <a:pt x="0" y="9389"/>
                      <a:pt x="0" y="9382"/>
                    </a:cubicBezTo>
                    <a:cubicBezTo>
                      <a:pt x="0" y="9373"/>
                      <a:pt x="2" y="9366"/>
                      <a:pt x="10" y="9360"/>
                    </a:cubicBezTo>
                    <a:lnTo>
                      <a:pt x="1312" y="8541"/>
                    </a:lnTo>
                    <a:lnTo>
                      <a:pt x="99" y="7817"/>
                    </a:lnTo>
                    <a:cubicBezTo>
                      <a:pt x="91" y="7813"/>
                      <a:pt x="87" y="7806"/>
                      <a:pt x="87" y="7797"/>
                    </a:cubicBezTo>
                    <a:cubicBezTo>
                      <a:pt x="87" y="7788"/>
                      <a:pt x="91" y="7781"/>
                      <a:pt x="99" y="7776"/>
                    </a:cubicBezTo>
                    <a:lnTo>
                      <a:pt x="1232" y="7099"/>
                    </a:lnTo>
                    <a:lnTo>
                      <a:pt x="176" y="6437"/>
                    </a:lnTo>
                    <a:cubicBezTo>
                      <a:pt x="169" y="6433"/>
                      <a:pt x="166" y="6426"/>
                      <a:pt x="166" y="6418"/>
                    </a:cubicBezTo>
                    <a:cubicBezTo>
                      <a:pt x="166" y="6411"/>
                      <a:pt x="170" y="6402"/>
                      <a:pt x="176" y="6399"/>
                    </a:cubicBezTo>
                    <a:lnTo>
                      <a:pt x="1164" y="5761"/>
                    </a:lnTo>
                    <a:lnTo>
                      <a:pt x="253" y="5018"/>
                    </a:lnTo>
                    <a:cubicBezTo>
                      <a:pt x="247" y="5014"/>
                      <a:pt x="244" y="5009"/>
                      <a:pt x="244" y="5001"/>
                    </a:cubicBezTo>
                    <a:cubicBezTo>
                      <a:pt x="244" y="4994"/>
                      <a:pt x="247" y="4988"/>
                      <a:pt x="253" y="4983"/>
                    </a:cubicBezTo>
                    <a:lnTo>
                      <a:pt x="1085" y="4282"/>
                    </a:lnTo>
                    <a:lnTo>
                      <a:pt x="330" y="3635"/>
                    </a:lnTo>
                    <a:cubicBezTo>
                      <a:pt x="324" y="3631"/>
                      <a:pt x="322" y="3625"/>
                      <a:pt x="322" y="3618"/>
                    </a:cubicBezTo>
                    <a:cubicBezTo>
                      <a:pt x="322" y="3611"/>
                      <a:pt x="324" y="3605"/>
                      <a:pt x="330" y="3600"/>
                    </a:cubicBezTo>
                    <a:lnTo>
                      <a:pt x="1012" y="3016"/>
                    </a:lnTo>
                    <a:lnTo>
                      <a:pt x="391" y="2579"/>
                    </a:lnTo>
                    <a:cubicBezTo>
                      <a:pt x="386" y="2574"/>
                      <a:pt x="381" y="2567"/>
                      <a:pt x="381" y="2560"/>
                    </a:cubicBezTo>
                    <a:cubicBezTo>
                      <a:pt x="381" y="2552"/>
                      <a:pt x="386" y="2545"/>
                      <a:pt x="393" y="2541"/>
                    </a:cubicBezTo>
                    <a:lnTo>
                      <a:pt x="964" y="2188"/>
                    </a:lnTo>
                    <a:lnTo>
                      <a:pt x="434" y="1767"/>
                    </a:lnTo>
                    <a:cubicBezTo>
                      <a:pt x="428" y="1763"/>
                      <a:pt x="425" y="1755"/>
                      <a:pt x="425" y="1748"/>
                    </a:cubicBezTo>
                    <a:cubicBezTo>
                      <a:pt x="425" y="1741"/>
                      <a:pt x="428" y="1733"/>
                      <a:pt x="434" y="1729"/>
                    </a:cubicBezTo>
                    <a:lnTo>
                      <a:pt x="917" y="1362"/>
                    </a:lnTo>
                    <a:lnTo>
                      <a:pt x="475" y="1011"/>
                    </a:lnTo>
                    <a:cubicBezTo>
                      <a:pt x="469" y="1006"/>
                      <a:pt x="466" y="999"/>
                      <a:pt x="466" y="992"/>
                    </a:cubicBezTo>
                    <a:cubicBezTo>
                      <a:pt x="466" y="984"/>
                      <a:pt x="469" y="977"/>
                      <a:pt x="475" y="973"/>
                    </a:cubicBezTo>
                    <a:lnTo>
                      <a:pt x="878" y="676"/>
                    </a:lnTo>
                    <a:lnTo>
                      <a:pt x="509" y="380"/>
                    </a:lnTo>
                    <a:cubicBezTo>
                      <a:pt x="504" y="375"/>
                      <a:pt x="501" y="369"/>
                      <a:pt x="501" y="362"/>
                    </a:cubicBezTo>
                    <a:cubicBezTo>
                      <a:pt x="501" y="354"/>
                      <a:pt x="504" y="349"/>
                      <a:pt x="508" y="345"/>
                    </a:cubicBezTo>
                    <a:lnTo>
                      <a:pt x="864" y="7"/>
                    </a:lnTo>
                    <a:cubicBezTo>
                      <a:pt x="872" y="-2"/>
                      <a:pt x="887" y="-2"/>
                      <a:pt x="897" y="8"/>
                    </a:cubicBezTo>
                    <a:cubicBezTo>
                      <a:pt x="906" y="17"/>
                      <a:pt x="906" y="32"/>
                      <a:pt x="896" y="42"/>
                    </a:cubicBezTo>
                    <a:lnTo>
                      <a:pt x="559" y="362"/>
                    </a:lnTo>
                    <a:lnTo>
                      <a:pt x="931" y="660"/>
                    </a:lnTo>
                    <a:cubicBezTo>
                      <a:pt x="936" y="664"/>
                      <a:pt x="939" y="670"/>
                      <a:pt x="939" y="678"/>
                    </a:cubicBezTo>
                    <a:cubicBezTo>
                      <a:pt x="939" y="685"/>
                      <a:pt x="936" y="693"/>
                      <a:pt x="931" y="697"/>
                    </a:cubicBezTo>
                    <a:lnTo>
                      <a:pt x="527" y="995"/>
                    </a:lnTo>
                    <a:lnTo>
                      <a:pt x="970" y="1346"/>
                    </a:lnTo>
                    <a:cubicBezTo>
                      <a:pt x="976" y="1350"/>
                      <a:pt x="979" y="1357"/>
                      <a:pt x="979" y="1365"/>
                    </a:cubicBezTo>
                    <a:cubicBezTo>
                      <a:pt x="979" y="1372"/>
                      <a:pt x="976" y="1379"/>
                      <a:pt x="970" y="1384"/>
                    </a:cubicBezTo>
                    <a:lnTo>
                      <a:pt x="486" y="1751"/>
                    </a:lnTo>
                    <a:lnTo>
                      <a:pt x="1017" y="2171"/>
                    </a:lnTo>
                    <a:cubicBezTo>
                      <a:pt x="1022" y="2175"/>
                      <a:pt x="1025" y="2181"/>
                      <a:pt x="1025" y="2189"/>
                    </a:cubicBezTo>
                    <a:cubicBezTo>
                      <a:pt x="1025" y="2196"/>
                      <a:pt x="1021" y="2204"/>
                      <a:pt x="1014" y="2208"/>
                    </a:cubicBezTo>
                    <a:lnTo>
                      <a:pt x="444" y="2560"/>
                    </a:lnTo>
                    <a:lnTo>
                      <a:pt x="1060" y="2994"/>
                    </a:lnTo>
                    <a:cubicBezTo>
                      <a:pt x="1066" y="2998"/>
                      <a:pt x="1070" y="3003"/>
                      <a:pt x="1070" y="3011"/>
                    </a:cubicBezTo>
                    <a:cubicBezTo>
                      <a:pt x="1070" y="3018"/>
                      <a:pt x="1068" y="3026"/>
                      <a:pt x="1062" y="3030"/>
                    </a:cubicBezTo>
                    <a:lnTo>
                      <a:pt x="378" y="3618"/>
                    </a:lnTo>
                    <a:lnTo>
                      <a:pt x="1133" y="4265"/>
                    </a:lnTo>
                    <a:cubicBezTo>
                      <a:pt x="1139" y="4269"/>
                      <a:pt x="1142" y="4275"/>
                      <a:pt x="1142" y="4282"/>
                    </a:cubicBezTo>
                    <a:cubicBezTo>
                      <a:pt x="1142" y="4290"/>
                      <a:pt x="1139" y="4295"/>
                      <a:pt x="1133" y="4300"/>
                    </a:cubicBezTo>
                    <a:lnTo>
                      <a:pt x="303" y="5001"/>
                    </a:lnTo>
                    <a:lnTo>
                      <a:pt x="1216" y="5747"/>
                    </a:lnTo>
                    <a:cubicBezTo>
                      <a:pt x="1222" y="5751"/>
                      <a:pt x="1225" y="5759"/>
                      <a:pt x="1225" y="5766"/>
                    </a:cubicBezTo>
                    <a:cubicBezTo>
                      <a:pt x="1225" y="5774"/>
                      <a:pt x="1221" y="5780"/>
                      <a:pt x="1215" y="5783"/>
                    </a:cubicBezTo>
                    <a:lnTo>
                      <a:pt x="231" y="6418"/>
                    </a:lnTo>
                    <a:lnTo>
                      <a:pt x="1289" y="7081"/>
                    </a:lnTo>
                    <a:cubicBezTo>
                      <a:pt x="1296" y="7086"/>
                      <a:pt x="1301" y="7093"/>
                      <a:pt x="1299" y="7102"/>
                    </a:cubicBezTo>
                    <a:cubicBezTo>
                      <a:pt x="1299" y="7110"/>
                      <a:pt x="1295" y="7118"/>
                      <a:pt x="1288" y="7121"/>
                    </a:cubicBezTo>
                    <a:lnTo>
                      <a:pt x="157" y="7797"/>
                    </a:lnTo>
                    <a:lnTo>
                      <a:pt x="1371" y="8518"/>
                    </a:lnTo>
                    <a:cubicBezTo>
                      <a:pt x="1378" y="8522"/>
                      <a:pt x="1382" y="8530"/>
                      <a:pt x="1382" y="8537"/>
                    </a:cubicBezTo>
                    <a:cubicBezTo>
                      <a:pt x="1382" y="8546"/>
                      <a:pt x="1378" y="8553"/>
                      <a:pt x="1372" y="8557"/>
                    </a:cubicBezTo>
                    <a:lnTo>
                      <a:pt x="74" y="9373"/>
                    </a:lnTo>
                    <a:lnTo>
                      <a:pt x="1451" y="9990"/>
                    </a:lnTo>
                    <a:cubicBezTo>
                      <a:pt x="1462" y="9995"/>
                      <a:pt x="1468" y="10009"/>
                      <a:pt x="1462" y="10020"/>
                    </a:cubicBezTo>
                    <a:cubicBezTo>
                      <a:pt x="1457" y="10030"/>
                      <a:pt x="1449" y="10036"/>
                      <a:pt x="1439" y="1003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2" name="Google Shape;2312;p73"/>
              <p:cNvSpPr/>
              <p:nvPr/>
            </p:nvSpPr>
            <p:spPr>
              <a:xfrm>
                <a:off x="4150440" y="2053080"/>
                <a:ext cx="1001160" cy="136800"/>
              </a:xfrm>
              <a:custGeom>
                <a:avLst/>
                <a:gdLst/>
                <a:ahLst/>
                <a:cxnLst/>
                <a:rect l="l" t="t" r="r" b="b"/>
                <a:pathLst>
                  <a:path w="2781" h="380" extrusionOk="0">
                    <a:moveTo>
                      <a:pt x="1391" y="379"/>
                    </a:moveTo>
                    <a:cubicBezTo>
                      <a:pt x="1390" y="379"/>
                      <a:pt x="1389" y="379"/>
                      <a:pt x="1387" y="379"/>
                    </a:cubicBezTo>
                    <a:lnTo>
                      <a:pt x="19" y="135"/>
                    </a:lnTo>
                    <a:cubicBezTo>
                      <a:pt x="7" y="134"/>
                      <a:pt x="0" y="124"/>
                      <a:pt x="0" y="112"/>
                    </a:cubicBezTo>
                    <a:lnTo>
                      <a:pt x="0" y="23"/>
                    </a:lnTo>
                    <a:cubicBezTo>
                      <a:pt x="0" y="10"/>
                      <a:pt x="10" y="0"/>
                      <a:pt x="23" y="0"/>
                    </a:cubicBezTo>
                    <a:lnTo>
                      <a:pt x="2757" y="0"/>
                    </a:lnTo>
                    <a:cubicBezTo>
                      <a:pt x="2770" y="0"/>
                      <a:pt x="2781" y="10"/>
                      <a:pt x="2781" y="23"/>
                    </a:cubicBezTo>
                    <a:lnTo>
                      <a:pt x="2781" y="113"/>
                    </a:lnTo>
                    <a:cubicBezTo>
                      <a:pt x="2781" y="125"/>
                      <a:pt x="2772" y="134"/>
                      <a:pt x="2762" y="137"/>
                    </a:cubicBezTo>
                    <a:lnTo>
                      <a:pt x="1394" y="380"/>
                    </a:lnTo>
                    <a:cubicBezTo>
                      <a:pt x="1394" y="379"/>
                      <a:pt x="1393" y="379"/>
                      <a:pt x="1391" y="379"/>
                    </a:cubicBezTo>
                    <a:moveTo>
                      <a:pt x="47" y="93"/>
                    </a:moveTo>
                    <a:lnTo>
                      <a:pt x="1391" y="332"/>
                    </a:lnTo>
                    <a:lnTo>
                      <a:pt x="2735" y="93"/>
                    </a:lnTo>
                    <a:lnTo>
                      <a:pt x="2735" y="45"/>
                    </a:lnTo>
                    <a:lnTo>
                      <a:pt x="47" y="45"/>
                    </a:lnTo>
                    <a:lnTo>
                      <a:pt x="47" y="9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3" name="Google Shape;2313;p73"/>
              <p:cNvSpPr/>
              <p:nvPr/>
            </p:nvSpPr>
            <p:spPr>
              <a:xfrm>
                <a:off x="4150800" y="2053080"/>
                <a:ext cx="429840" cy="18468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513" extrusionOk="0">
                    <a:moveTo>
                      <a:pt x="24" y="513"/>
                    </a:moveTo>
                    <a:cubicBezTo>
                      <a:pt x="11" y="513"/>
                      <a:pt x="0" y="502"/>
                      <a:pt x="0" y="489"/>
                    </a:cubicBezTo>
                    <a:lnTo>
                      <a:pt x="0" y="23"/>
                    </a:lnTo>
                    <a:cubicBezTo>
                      <a:pt x="0" y="14"/>
                      <a:pt x="5" y="7"/>
                      <a:pt x="12" y="3"/>
                    </a:cubicBezTo>
                    <a:cubicBezTo>
                      <a:pt x="19" y="-2"/>
                      <a:pt x="30" y="0"/>
                      <a:pt x="35" y="4"/>
                    </a:cubicBezTo>
                    <a:lnTo>
                      <a:pt x="204" y="118"/>
                    </a:lnTo>
                    <a:lnTo>
                      <a:pt x="429" y="3"/>
                    </a:lnTo>
                    <a:cubicBezTo>
                      <a:pt x="439" y="-2"/>
                      <a:pt x="451" y="0"/>
                      <a:pt x="458" y="8"/>
                    </a:cubicBezTo>
                    <a:lnTo>
                      <a:pt x="596" y="183"/>
                    </a:lnTo>
                    <a:lnTo>
                      <a:pt x="879" y="4"/>
                    </a:lnTo>
                    <a:cubicBezTo>
                      <a:pt x="888" y="-2"/>
                      <a:pt x="901" y="0"/>
                      <a:pt x="908" y="7"/>
                    </a:cubicBezTo>
                    <a:lnTo>
                      <a:pt x="1188" y="301"/>
                    </a:lnTo>
                    <a:cubicBezTo>
                      <a:pt x="1197" y="310"/>
                      <a:pt x="1197" y="325"/>
                      <a:pt x="1186" y="335"/>
                    </a:cubicBezTo>
                    <a:cubicBezTo>
                      <a:pt x="1178" y="344"/>
                      <a:pt x="1163" y="344"/>
                      <a:pt x="1153" y="333"/>
                    </a:cubicBezTo>
                    <a:lnTo>
                      <a:pt x="886" y="52"/>
                    </a:lnTo>
                    <a:lnTo>
                      <a:pt x="602" y="233"/>
                    </a:lnTo>
                    <a:cubicBezTo>
                      <a:pt x="592" y="239"/>
                      <a:pt x="579" y="237"/>
                      <a:pt x="572" y="227"/>
                    </a:cubicBezTo>
                    <a:lnTo>
                      <a:pt x="433" y="51"/>
                    </a:lnTo>
                    <a:lnTo>
                      <a:pt x="215" y="164"/>
                    </a:lnTo>
                    <a:cubicBezTo>
                      <a:pt x="207" y="169"/>
                      <a:pt x="199" y="167"/>
                      <a:pt x="191" y="163"/>
                    </a:cubicBezTo>
                    <a:lnTo>
                      <a:pt x="47" y="65"/>
                    </a:lnTo>
                    <a:lnTo>
                      <a:pt x="47" y="488"/>
                    </a:lnTo>
                    <a:cubicBezTo>
                      <a:pt x="46" y="502"/>
                      <a:pt x="35" y="513"/>
                      <a:pt x="24" y="51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4" name="Google Shape;2314;p73"/>
              <p:cNvSpPr/>
              <p:nvPr/>
            </p:nvSpPr>
            <p:spPr>
              <a:xfrm>
                <a:off x="4722120" y="2052360"/>
                <a:ext cx="429840" cy="18540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515" extrusionOk="0">
                    <a:moveTo>
                      <a:pt x="1171" y="515"/>
                    </a:moveTo>
                    <a:cubicBezTo>
                      <a:pt x="1158" y="515"/>
                      <a:pt x="1147" y="504"/>
                      <a:pt x="1147" y="491"/>
                    </a:cubicBezTo>
                    <a:lnTo>
                      <a:pt x="1147" y="69"/>
                    </a:lnTo>
                    <a:lnTo>
                      <a:pt x="1004" y="166"/>
                    </a:lnTo>
                    <a:cubicBezTo>
                      <a:pt x="997" y="171"/>
                      <a:pt x="988" y="172"/>
                      <a:pt x="981" y="168"/>
                    </a:cubicBezTo>
                    <a:lnTo>
                      <a:pt x="762" y="54"/>
                    </a:lnTo>
                    <a:lnTo>
                      <a:pt x="624" y="230"/>
                    </a:lnTo>
                    <a:cubicBezTo>
                      <a:pt x="617" y="239"/>
                      <a:pt x="603" y="242"/>
                      <a:pt x="593" y="236"/>
                    </a:cubicBezTo>
                    <a:lnTo>
                      <a:pt x="308" y="54"/>
                    </a:lnTo>
                    <a:lnTo>
                      <a:pt x="41" y="334"/>
                    </a:lnTo>
                    <a:cubicBezTo>
                      <a:pt x="32" y="343"/>
                      <a:pt x="18" y="344"/>
                      <a:pt x="7" y="335"/>
                    </a:cubicBezTo>
                    <a:cubicBezTo>
                      <a:pt x="-1" y="327"/>
                      <a:pt x="-3" y="312"/>
                      <a:pt x="6" y="302"/>
                    </a:cubicBezTo>
                    <a:lnTo>
                      <a:pt x="286" y="8"/>
                    </a:lnTo>
                    <a:cubicBezTo>
                      <a:pt x="293" y="0"/>
                      <a:pt x="306" y="-3"/>
                      <a:pt x="315" y="5"/>
                    </a:cubicBezTo>
                    <a:lnTo>
                      <a:pt x="598" y="184"/>
                    </a:lnTo>
                    <a:lnTo>
                      <a:pt x="736" y="9"/>
                    </a:lnTo>
                    <a:cubicBezTo>
                      <a:pt x="743" y="0"/>
                      <a:pt x="755" y="-3"/>
                      <a:pt x="765" y="3"/>
                    </a:cubicBezTo>
                    <a:lnTo>
                      <a:pt x="990" y="118"/>
                    </a:lnTo>
                    <a:lnTo>
                      <a:pt x="1158" y="5"/>
                    </a:lnTo>
                    <a:cubicBezTo>
                      <a:pt x="1165" y="0"/>
                      <a:pt x="1174" y="-1"/>
                      <a:pt x="1181" y="3"/>
                    </a:cubicBezTo>
                    <a:cubicBezTo>
                      <a:pt x="1188" y="8"/>
                      <a:pt x="1193" y="15"/>
                      <a:pt x="1193" y="24"/>
                    </a:cubicBezTo>
                    <a:lnTo>
                      <a:pt x="1193" y="490"/>
                    </a:lnTo>
                    <a:cubicBezTo>
                      <a:pt x="1194" y="504"/>
                      <a:pt x="1182" y="515"/>
                      <a:pt x="1171" y="5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5" name="Google Shape;2315;p73"/>
              <p:cNvSpPr/>
              <p:nvPr/>
            </p:nvSpPr>
            <p:spPr>
              <a:xfrm>
                <a:off x="4102200" y="3223800"/>
                <a:ext cx="1098360" cy="148680"/>
              </a:xfrm>
              <a:custGeom>
                <a:avLst/>
                <a:gdLst/>
                <a:ahLst/>
                <a:cxnLst/>
                <a:rect l="l" t="t" r="r" b="b"/>
                <a:pathLst>
                  <a:path w="3051" h="413" extrusionOk="0">
                    <a:moveTo>
                      <a:pt x="3028" y="413"/>
                    </a:moveTo>
                    <a:lnTo>
                      <a:pt x="23" y="413"/>
                    </a:lnTo>
                    <a:cubicBezTo>
                      <a:pt x="10" y="413"/>
                      <a:pt x="0" y="403"/>
                      <a:pt x="0" y="389"/>
                    </a:cubicBezTo>
                    <a:lnTo>
                      <a:pt x="0" y="290"/>
                    </a:lnTo>
                    <a:cubicBezTo>
                      <a:pt x="0" y="279"/>
                      <a:pt x="9" y="270"/>
                      <a:pt x="19" y="267"/>
                    </a:cubicBezTo>
                    <a:lnTo>
                      <a:pt x="1521" y="0"/>
                    </a:lnTo>
                    <a:cubicBezTo>
                      <a:pt x="1524" y="0"/>
                      <a:pt x="1527" y="0"/>
                      <a:pt x="1530" y="0"/>
                    </a:cubicBezTo>
                    <a:lnTo>
                      <a:pt x="3031" y="267"/>
                    </a:lnTo>
                    <a:cubicBezTo>
                      <a:pt x="3043" y="268"/>
                      <a:pt x="3050" y="279"/>
                      <a:pt x="3050" y="290"/>
                    </a:cubicBezTo>
                    <a:lnTo>
                      <a:pt x="3050" y="389"/>
                    </a:lnTo>
                    <a:cubicBezTo>
                      <a:pt x="3051" y="403"/>
                      <a:pt x="3040" y="413"/>
                      <a:pt x="3028" y="413"/>
                    </a:cubicBezTo>
                    <a:moveTo>
                      <a:pt x="47" y="368"/>
                    </a:moveTo>
                    <a:lnTo>
                      <a:pt x="3005" y="368"/>
                    </a:lnTo>
                    <a:lnTo>
                      <a:pt x="3005" y="311"/>
                    </a:lnTo>
                    <a:lnTo>
                      <a:pt x="1525" y="48"/>
                    </a:lnTo>
                    <a:lnTo>
                      <a:pt x="45" y="311"/>
                    </a:lnTo>
                    <a:lnTo>
                      <a:pt x="45" y="368"/>
                    </a:lnTo>
                    <a:lnTo>
                      <a:pt x="47" y="36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6" name="Google Shape;2316;p73"/>
              <p:cNvSpPr/>
              <p:nvPr/>
            </p:nvSpPr>
            <p:spPr>
              <a:xfrm>
                <a:off x="4102200" y="3249720"/>
                <a:ext cx="416520" cy="279360"/>
              </a:xfrm>
              <a:custGeom>
                <a:avLst/>
                <a:gdLst/>
                <a:ahLst/>
                <a:cxnLst/>
                <a:rect l="l" t="t" r="r" b="b"/>
                <a:pathLst>
                  <a:path w="1157" h="776" extrusionOk="0">
                    <a:moveTo>
                      <a:pt x="23" y="776"/>
                    </a:moveTo>
                    <a:cubicBezTo>
                      <a:pt x="10" y="776"/>
                      <a:pt x="0" y="766"/>
                      <a:pt x="0" y="753"/>
                    </a:cubicBezTo>
                    <a:lnTo>
                      <a:pt x="0" y="317"/>
                    </a:lnTo>
                    <a:cubicBezTo>
                      <a:pt x="0" y="309"/>
                      <a:pt x="4" y="301"/>
                      <a:pt x="12" y="297"/>
                    </a:cubicBezTo>
                    <a:lnTo>
                      <a:pt x="229" y="173"/>
                    </a:lnTo>
                    <a:cubicBezTo>
                      <a:pt x="236" y="169"/>
                      <a:pt x="245" y="169"/>
                      <a:pt x="252" y="173"/>
                    </a:cubicBezTo>
                    <a:lnTo>
                      <a:pt x="452" y="288"/>
                    </a:lnTo>
                    <a:lnTo>
                      <a:pt x="629" y="93"/>
                    </a:lnTo>
                    <a:cubicBezTo>
                      <a:pt x="634" y="89"/>
                      <a:pt x="640" y="86"/>
                      <a:pt x="645" y="86"/>
                    </a:cubicBezTo>
                    <a:cubicBezTo>
                      <a:pt x="651" y="86"/>
                      <a:pt x="657" y="87"/>
                      <a:pt x="661" y="92"/>
                    </a:cubicBezTo>
                    <a:lnTo>
                      <a:pt x="873" y="285"/>
                    </a:lnTo>
                    <a:lnTo>
                      <a:pt x="1117" y="7"/>
                    </a:lnTo>
                    <a:cubicBezTo>
                      <a:pt x="1126" y="-3"/>
                      <a:pt x="1141" y="-3"/>
                      <a:pt x="1150" y="6"/>
                    </a:cubicBezTo>
                    <a:cubicBezTo>
                      <a:pt x="1160" y="14"/>
                      <a:pt x="1160" y="29"/>
                      <a:pt x="1151" y="38"/>
                    </a:cubicBezTo>
                    <a:lnTo>
                      <a:pt x="890" y="335"/>
                    </a:lnTo>
                    <a:cubicBezTo>
                      <a:pt x="886" y="339"/>
                      <a:pt x="880" y="342"/>
                      <a:pt x="874" y="342"/>
                    </a:cubicBezTo>
                    <a:cubicBezTo>
                      <a:pt x="868" y="342"/>
                      <a:pt x="863" y="341"/>
                      <a:pt x="857" y="336"/>
                    </a:cubicBezTo>
                    <a:lnTo>
                      <a:pt x="645" y="143"/>
                    </a:lnTo>
                    <a:lnTo>
                      <a:pt x="471" y="335"/>
                    </a:lnTo>
                    <a:cubicBezTo>
                      <a:pt x="463" y="344"/>
                      <a:pt x="452" y="345"/>
                      <a:pt x="441" y="339"/>
                    </a:cubicBezTo>
                    <a:lnTo>
                      <a:pt x="237" y="221"/>
                    </a:lnTo>
                    <a:lnTo>
                      <a:pt x="44" y="332"/>
                    </a:lnTo>
                    <a:lnTo>
                      <a:pt x="44" y="753"/>
                    </a:lnTo>
                    <a:cubicBezTo>
                      <a:pt x="47" y="766"/>
                      <a:pt x="35" y="776"/>
                      <a:pt x="23" y="77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7" name="Google Shape;2317;p73"/>
              <p:cNvSpPr/>
              <p:nvPr/>
            </p:nvSpPr>
            <p:spPr>
              <a:xfrm>
                <a:off x="4783320" y="3249360"/>
                <a:ext cx="416880" cy="279720"/>
              </a:xfrm>
              <a:custGeom>
                <a:avLst/>
                <a:gdLst/>
                <a:ahLst/>
                <a:cxnLst/>
                <a:rect l="l" t="t" r="r" b="b"/>
                <a:pathLst>
                  <a:path w="1158" h="777" extrusionOk="0">
                    <a:moveTo>
                      <a:pt x="1136" y="777"/>
                    </a:moveTo>
                    <a:cubicBezTo>
                      <a:pt x="1123" y="777"/>
                      <a:pt x="1113" y="767"/>
                      <a:pt x="1113" y="754"/>
                    </a:cubicBezTo>
                    <a:lnTo>
                      <a:pt x="1113" y="333"/>
                    </a:lnTo>
                    <a:lnTo>
                      <a:pt x="920" y="222"/>
                    </a:lnTo>
                    <a:lnTo>
                      <a:pt x="716" y="340"/>
                    </a:lnTo>
                    <a:cubicBezTo>
                      <a:pt x="707" y="346"/>
                      <a:pt x="694" y="343"/>
                      <a:pt x="687" y="336"/>
                    </a:cubicBezTo>
                    <a:lnTo>
                      <a:pt x="512" y="144"/>
                    </a:lnTo>
                    <a:lnTo>
                      <a:pt x="301" y="336"/>
                    </a:lnTo>
                    <a:cubicBezTo>
                      <a:pt x="296" y="340"/>
                      <a:pt x="291" y="342"/>
                      <a:pt x="283" y="342"/>
                    </a:cubicBezTo>
                    <a:cubicBezTo>
                      <a:pt x="278" y="342"/>
                      <a:pt x="272" y="339"/>
                      <a:pt x="267" y="334"/>
                    </a:cubicBezTo>
                    <a:lnTo>
                      <a:pt x="6" y="37"/>
                    </a:lnTo>
                    <a:cubicBezTo>
                      <a:pt x="-2" y="27"/>
                      <a:pt x="-1" y="12"/>
                      <a:pt x="8" y="5"/>
                    </a:cubicBezTo>
                    <a:cubicBezTo>
                      <a:pt x="18" y="-4"/>
                      <a:pt x="33" y="-2"/>
                      <a:pt x="40" y="7"/>
                    </a:cubicBezTo>
                    <a:lnTo>
                      <a:pt x="285" y="285"/>
                    </a:lnTo>
                    <a:lnTo>
                      <a:pt x="496" y="91"/>
                    </a:lnTo>
                    <a:cubicBezTo>
                      <a:pt x="500" y="87"/>
                      <a:pt x="506" y="85"/>
                      <a:pt x="512" y="85"/>
                    </a:cubicBezTo>
                    <a:cubicBezTo>
                      <a:pt x="518" y="85"/>
                      <a:pt x="524" y="88"/>
                      <a:pt x="528" y="93"/>
                    </a:cubicBezTo>
                    <a:lnTo>
                      <a:pt x="706" y="288"/>
                    </a:lnTo>
                    <a:lnTo>
                      <a:pt x="906" y="173"/>
                    </a:lnTo>
                    <a:cubicBezTo>
                      <a:pt x="913" y="168"/>
                      <a:pt x="922" y="168"/>
                      <a:pt x="929" y="173"/>
                    </a:cubicBezTo>
                    <a:lnTo>
                      <a:pt x="1145" y="297"/>
                    </a:lnTo>
                    <a:cubicBezTo>
                      <a:pt x="1152" y="301"/>
                      <a:pt x="1157" y="308"/>
                      <a:pt x="1157" y="317"/>
                    </a:cubicBezTo>
                    <a:lnTo>
                      <a:pt x="1157" y="753"/>
                    </a:lnTo>
                    <a:cubicBezTo>
                      <a:pt x="1159" y="767"/>
                      <a:pt x="1148" y="777"/>
                      <a:pt x="1136" y="7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8" name="Google Shape;2318;p73"/>
              <p:cNvSpPr/>
              <p:nvPr/>
            </p:nvSpPr>
            <p:spPr>
              <a:xfrm>
                <a:off x="3900240" y="2660760"/>
                <a:ext cx="1501920" cy="163800"/>
              </a:xfrm>
              <a:custGeom>
                <a:avLst/>
                <a:gdLst/>
                <a:ahLst/>
                <a:cxnLst/>
                <a:rect l="l" t="t" r="r" b="b"/>
                <a:pathLst>
                  <a:path w="4172" h="455" extrusionOk="0">
                    <a:moveTo>
                      <a:pt x="4149" y="455"/>
                    </a:moveTo>
                    <a:lnTo>
                      <a:pt x="23" y="455"/>
                    </a:lnTo>
                    <a:cubicBezTo>
                      <a:pt x="10" y="455"/>
                      <a:pt x="0" y="445"/>
                      <a:pt x="0" y="432"/>
                    </a:cubicBezTo>
                    <a:lnTo>
                      <a:pt x="0" y="296"/>
                    </a:lnTo>
                    <a:cubicBezTo>
                      <a:pt x="0" y="285"/>
                      <a:pt x="9" y="274"/>
                      <a:pt x="20" y="273"/>
                    </a:cubicBezTo>
                    <a:lnTo>
                      <a:pt x="2084" y="0"/>
                    </a:lnTo>
                    <a:cubicBezTo>
                      <a:pt x="2085" y="0"/>
                      <a:pt x="2088" y="0"/>
                      <a:pt x="2089" y="0"/>
                    </a:cubicBezTo>
                    <a:lnTo>
                      <a:pt x="4152" y="273"/>
                    </a:lnTo>
                    <a:cubicBezTo>
                      <a:pt x="4163" y="274"/>
                      <a:pt x="4172" y="285"/>
                      <a:pt x="4172" y="296"/>
                    </a:cubicBezTo>
                    <a:lnTo>
                      <a:pt x="4172" y="432"/>
                    </a:lnTo>
                    <a:cubicBezTo>
                      <a:pt x="4172" y="445"/>
                      <a:pt x="4162" y="455"/>
                      <a:pt x="4149" y="455"/>
                    </a:cubicBezTo>
                    <a:moveTo>
                      <a:pt x="47" y="408"/>
                    </a:moveTo>
                    <a:lnTo>
                      <a:pt x="4125" y="408"/>
                    </a:lnTo>
                    <a:lnTo>
                      <a:pt x="4125" y="317"/>
                    </a:lnTo>
                    <a:lnTo>
                      <a:pt x="2086" y="47"/>
                    </a:lnTo>
                    <a:lnTo>
                      <a:pt x="47" y="317"/>
                    </a:lnTo>
                    <a:lnTo>
                      <a:pt x="47" y="40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9" name="Google Shape;2319;p73"/>
              <p:cNvSpPr/>
              <p:nvPr/>
            </p:nvSpPr>
            <p:spPr>
              <a:xfrm>
                <a:off x="3900240" y="2675160"/>
                <a:ext cx="650880" cy="278280"/>
              </a:xfrm>
              <a:custGeom>
                <a:avLst/>
                <a:gdLst/>
                <a:ahLst/>
                <a:cxnLst/>
                <a:rect l="l" t="t" r="r" b="b"/>
                <a:pathLst>
                  <a:path w="1808" h="773" extrusionOk="0">
                    <a:moveTo>
                      <a:pt x="23" y="773"/>
                    </a:moveTo>
                    <a:cubicBezTo>
                      <a:pt x="10" y="773"/>
                      <a:pt x="0" y="762"/>
                      <a:pt x="0" y="749"/>
                    </a:cubicBezTo>
                    <a:lnTo>
                      <a:pt x="0" y="256"/>
                    </a:lnTo>
                    <a:cubicBezTo>
                      <a:pt x="0" y="248"/>
                      <a:pt x="4" y="240"/>
                      <a:pt x="12" y="236"/>
                    </a:cubicBezTo>
                    <a:cubicBezTo>
                      <a:pt x="19" y="231"/>
                      <a:pt x="28" y="231"/>
                      <a:pt x="35" y="236"/>
                    </a:cubicBezTo>
                    <a:lnTo>
                      <a:pt x="267" y="364"/>
                    </a:lnTo>
                    <a:lnTo>
                      <a:pt x="526" y="169"/>
                    </a:lnTo>
                    <a:cubicBezTo>
                      <a:pt x="535" y="163"/>
                      <a:pt x="545" y="163"/>
                      <a:pt x="554" y="169"/>
                    </a:cubicBezTo>
                    <a:lnTo>
                      <a:pt x="822" y="363"/>
                    </a:lnTo>
                    <a:lnTo>
                      <a:pt x="1126" y="92"/>
                    </a:lnTo>
                    <a:cubicBezTo>
                      <a:pt x="1135" y="84"/>
                      <a:pt x="1148" y="84"/>
                      <a:pt x="1157" y="92"/>
                    </a:cubicBezTo>
                    <a:lnTo>
                      <a:pt x="1460" y="360"/>
                    </a:lnTo>
                    <a:lnTo>
                      <a:pt x="1769" y="9"/>
                    </a:lnTo>
                    <a:cubicBezTo>
                      <a:pt x="1778" y="-2"/>
                      <a:pt x="1792" y="-2"/>
                      <a:pt x="1801" y="7"/>
                    </a:cubicBezTo>
                    <a:cubicBezTo>
                      <a:pt x="1811" y="16"/>
                      <a:pt x="1811" y="30"/>
                      <a:pt x="1802" y="39"/>
                    </a:cubicBezTo>
                    <a:lnTo>
                      <a:pt x="1479" y="408"/>
                    </a:lnTo>
                    <a:cubicBezTo>
                      <a:pt x="1475" y="412"/>
                      <a:pt x="1469" y="415"/>
                      <a:pt x="1463" y="415"/>
                    </a:cubicBezTo>
                    <a:cubicBezTo>
                      <a:pt x="1457" y="415"/>
                      <a:pt x="1451" y="414"/>
                      <a:pt x="1445" y="409"/>
                    </a:cubicBezTo>
                    <a:lnTo>
                      <a:pt x="1141" y="140"/>
                    </a:lnTo>
                    <a:lnTo>
                      <a:pt x="838" y="409"/>
                    </a:lnTo>
                    <a:cubicBezTo>
                      <a:pt x="829" y="417"/>
                      <a:pt x="817" y="417"/>
                      <a:pt x="809" y="411"/>
                    </a:cubicBezTo>
                    <a:lnTo>
                      <a:pt x="539" y="217"/>
                    </a:lnTo>
                    <a:lnTo>
                      <a:pt x="281" y="411"/>
                    </a:lnTo>
                    <a:cubicBezTo>
                      <a:pt x="274" y="417"/>
                      <a:pt x="264" y="417"/>
                      <a:pt x="256" y="412"/>
                    </a:cubicBezTo>
                    <a:lnTo>
                      <a:pt x="45" y="296"/>
                    </a:lnTo>
                    <a:lnTo>
                      <a:pt x="45" y="749"/>
                    </a:lnTo>
                    <a:cubicBezTo>
                      <a:pt x="47" y="762"/>
                      <a:pt x="36" y="773"/>
                      <a:pt x="23" y="7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0" name="Google Shape;2320;p73"/>
              <p:cNvSpPr/>
              <p:nvPr/>
            </p:nvSpPr>
            <p:spPr>
              <a:xfrm>
                <a:off x="3899880" y="2691720"/>
                <a:ext cx="643320" cy="132840"/>
              </a:xfrm>
              <a:custGeom>
                <a:avLst/>
                <a:gdLst/>
                <a:ahLst/>
                <a:cxnLst/>
                <a:rect l="l" t="t" r="r" b="b"/>
                <a:pathLst>
                  <a:path w="1787" h="369" extrusionOk="0">
                    <a:moveTo>
                      <a:pt x="24" y="369"/>
                    </a:moveTo>
                    <a:cubicBezTo>
                      <a:pt x="17" y="369"/>
                      <a:pt x="10" y="366"/>
                      <a:pt x="5" y="359"/>
                    </a:cubicBezTo>
                    <a:cubicBezTo>
                      <a:pt x="-2" y="349"/>
                      <a:pt x="-1" y="334"/>
                      <a:pt x="11" y="327"/>
                    </a:cubicBezTo>
                    <a:lnTo>
                      <a:pt x="243" y="161"/>
                    </a:lnTo>
                    <a:cubicBezTo>
                      <a:pt x="250" y="155"/>
                      <a:pt x="260" y="155"/>
                      <a:pt x="268" y="159"/>
                    </a:cubicBezTo>
                    <a:lnTo>
                      <a:pt x="539" y="317"/>
                    </a:lnTo>
                    <a:lnTo>
                      <a:pt x="767" y="92"/>
                    </a:lnTo>
                    <a:cubicBezTo>
                      <a:pt x="775" y="85"/>
                      <a:pt x="786" y="83"/>
                      <a:pt x="797" y="89"/>
                    </a:cubicBezTo>
                    <a:lnTo>
                      <a:pt x="1149" y="315"/>
                    </a:lnTo>
                    <a:lnTo>
                      <a:pt x="1422" y="8"/>
                    </a:lnTo>
                    <a:cubicBezTo>
                      <a:pt x="1426" y="3"/>
                      <a:pt x="1432" y="0"/>
                      <a:pt x="1438" y="0"/>
                    </a:cubicBezTo>
                    <a:cubicBezTo>
                      <a:pt x="1443" y="0"/>
                      <a:pt x="1451" y="3"/>
                      <a:pt x="1455" y="8"/>
                    </a:cubicBezTo>
                    <a:lnTo>
                      <a:pt x="1781" y="330"/>
                    </a:lnTo>
                    <a:cubicBezTo>
                      <a:pt x="1790" y="338"/>
                      <a:pt x="1790" y="353"/>
                      <a:pt x="1781" y="363"/>
                    </a:cubicBezTo>
                    <a:cubicBezTo>
                      <a:pt x="1773" y="372"/>
                      <a:pt x="1758" y="372"/>
                      <a:pt x="1748" y="363"/>
                    </a:cubicBezTo>
                    <a:lnTo>
                      <a:pt x="1439" y="57"/>
                    </a:lnTo>
                    <a:lnTo>
                      <a:pt x="1170" y="362"/>
                    </a:lnTo>
                    <a:cubicBezTo>
                      <a:pt x="1162" y="371"/>
                      <a:pt x="1149" y="372"/>
                      <a:pt x="1140" y="366"/>
                    </a:cubicBezTo>
                    <a:lnTo>
                      <a:pt x="786" y="140"/>
                    </a:lnTo>
                    <a:lnTo>
                      <a:pt x="558" y="362"/>
                    </a:lnTo>
                    <a:cubicBezTo>
                      <a:pt x="550" y="369"/>
                      <a:pt x="539" y="371"/>
                      <a:pt x="530" y="365"/>
                    </a:cubicBezTo>
                    <a:lnTo>
                      <a:pt x="256" y="206"/>
                    </a:lnTo>
                    <a:lnTo>
                      <a:pt x="37" y="363"/>
                    </a:lnTo>
                    <a:cubicBezTo>
                      <a:pt x="33" y="368"/>
                      <a:pt x="29" y="369"/>
                      <a:pt x="24" y="36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1" name="Google Shape;2321;p73"/>
              <p:cNvSpPr/>
              <p:nvPr/>
            </p:nvSpPr>
            <p:spPr>
              <a:xfrm>
                <a:off x="4750920" y="2675520"/>
                <a:ext cx="651240" cy="277920"/>
              </a:xfrm>
              <a:custGeom>
                <a:avLst/>
                <a:gdLst/>
                <a:ahLst/>
                <a:cxnLst/>
                <a:rect l="l" t="t" r="r" b="b"/>
                <a:pathLst>
                  <a:path w="1809" h="772" extrusionOk="0">
                    <a:moveTo>
                      <a:pt x="1786" y="772"/>
                    </a:moveTo>
                    <a:cubicBezTo>
                      <a:pt x="1773" y="772"/>
                      <a:pt x="1762" y="761"/>
                      <a:pt x="1762" y="748"/>
                    </a:cubicBezTo>
                    <a:lnTo>
                      <a:pt x="1762" y="295"/>
                    </a:lnTo>
                    <a:lnTo>
                      <a:pt x="1551" y="411"/>
                    </a:lnTo>
                    <a:cubicBezTo>
                      <a:pt x="1542" y="416"/>
                      <a:pt x="1534" y="416"/>
                      <a:pt x="1526" y="410"/>
                    </a:cubicBezTo>
                    <a:lnTo>
                      <a:pt x="1268" y="216"/>
                    </a:lnTo>
                    <a:lnTo>
                      <a:pt x="1000" y="410"/>
                    </a:lnTo>
                    <a:cubicBezTo>
                      <a:pt x="991" y="416"/>
                      <a:pt x="979" y="416"/>
                      <a:pt x="971" y="408"/>
                    </a:cubicBezTo>
                    <a:lnTo>
                      <a:pt x="668" y="139"/>
                    </a:lnTo>
                    <a:lnTo>
                      <a:pt x="363" y="408"/>
                    </a:lnTo>
                    <a:cubicBezTo>
                      <a:pt x="359" y="413"/>
                      <a:pt x="353" y="414"/>
                      <a:pt x="346" y="414"/>
                    </a:cubicBezTo>
                    <a:cubicBezTo>
                      <a:pt x="340" y="414"/>
                      <a:pt x="334" y="411"/>
                      <a:pt x="330" y="407"/>
                    </a:cubicBezTo>
                    <a:lnTo>
                      <a:pt x="6" y="38"/>
                    </a:lnTo>
                    <a:cubicBezTo>
                      <a:pt x="-3" y="28"/>
                      <a:pt x="-1" y="13"/>
                      <a:pt x="8" y="6"/>
                    </a:cubicBezTo>
                    <a:cubicBezTo>
                      <a:pt x="18" y="-3"/>
                      <a:pt x="32" y="-1"/>
                      <a:pt x="40" y="8"/>
                    </a:cubicBezTo>
                    <a:lnTo>
                      <a:pt x="349" y="359"/>
                    </a:lnTo>
                    <a:lnTo>
                      <a:pt x="652" y="91"/>
                    </a:lnTo>
                    <a:cubicBezTo>
                      <a:pt x="660" y="83"/>
                      <a:pt x="673" y="83"/>
                      <a:pt x="682" y="91"/>
                    </a:cubicBezTo>
                    <a:lnTo>
                      <a:pt x="987" y="362"/>
                    </a:lnTo>
                    <a:lnTo>
                      <a:pt x="1254" y="168"/>
                    </a:lnTo>
                    <a:cubicBezTo>
                      <a:pt x="1263" y="162"/>
                      <a:pt x="1273" y="162"/>
                      <a:pt x="1282" y="168"/>
                    </a:cubicBezTo>
                    <a:lnTo>
                      <a:pt x="1541" y="363"/>
                    </a:lnTo>
                    <a:lnTo>
                      <a:pt x="1773" y="235"/>
                    </a:lnTo>
                    <a:cubicBezTo>
                      <a:pt x="1780" y="230"/>
                      <a:pt x="1789" y="230"/>
                      <a:pt x="1796" y="235"/>
                    </a:cubicBezTo>
                    <a:cubicBezTo>
                      <a:pt x="1803" y="239"/>
                      <a:pt x="1808" y="247"/>
                      <a:pt x="1808" y="255"/>
                    </a:cubicBezTo>
                    <a:lnTo>
                      <a:pt x="1808" y="748"/>
                    </a:lnTo>
                    <a:cubicBezTo>
                      <a:pt x="1809" y="761"/>
                      <a:pt x="1799" y="772"/>
                      <a:pt x="1786" y="77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2" name="Google Shape;2322;p73"/>
              <p:cNvSpPr/>
              <p:nvPr/>
            </p:nvSpPr>
            <p:spPr>
              <a:xfrm>
                <a:off x="4759200" y="2691720"/>
                <a:ext cx="642960" cy="132840"/>
              </a:xfrm>
              <a:custGeom>
                <a:avLst/>
                <a:gdLst/>
                <a:ahLst/>
                <a:cxnLst/>
                <a:rect l="l" t="t" r="r" b="b"/>
                <a:pathLst>
                  <a:path w="1786" h="369" extrusionOk="0">
                    <a:moveTo>
                      <a:pt x="1763" y="369"/>
                    </a:moveTo>
                    <a:cubicBezTo>
                      <a:pt x="1758" y="369"/>
                      <a:pt x="1754" y="368"/>
                      <a:pt x="1750" y="365"/>
                    </a:cubicBezTo>
                    <a:lnTo>
                      <a:pt x="1531" y="207"/>
                    </a:lnTo>
                    <a:lnTo>
                      <a:pt x="1257" y="366"/>
                    </a:lnTo>
                    <a:cubicBezTo>
                      <a:pt x="1248" y="372"/>
                      <a:pt x="1237" y="371"/>
                      <a:pt x="1229" y="363"/>
                    </a:cubicBezTo>
                    <a:lnTo>
                      <a:pt x="1002" y="140"/>
                    </a:lnTo>
                    <a:lnTo>
                      <a:pt x="648" y="366"/>
                    </a:lnTo>
                    <a:cubicBezTo>
                      <a:pt x="637" y="372"/>
                      <a:pt x="626" y="371"/>
                      <a:pt x="618" y="362"/>
                    </a:cubicBezTo>
                    <a:lnTo>
                      <a:pt x="349" y="57"/>
                    </a:lnTo>
                    <a:lnTo>
                      <a:pt x="40" y="363"/>
                    </a:lnTo>
                    <a:cubicBezTo>
                      <a:pt x="31" y="372"/>
                      <a:pt x="17" y="372"/>
                      <a:pt x="6" y="363"/>
                    </a:cubicBezTo>
                    <a:cubicBezTo>
                      <a:pt x="-2" y="355"/>
                      <a:pt x="-2" y="340"/>
                      <a:pt x="6" y="330"/>
                    </a:cubicBezTo>
                    <a:lnTo>
                      <a:pt x="333" y="8"/>
                    </a:lnTo>
                    <a:cubicBezTo>
                      <a:pt x="337" y="3"/>
                      <a:pt x="343" y="0"/>
                      <a:pt x="350" y="0"/>
                    </a:cubicBezTo>
                    <a:cubicBezTo>
                      <a:pt x="356" y="0"/>
                      <a:pt x="362" y="3"/>
                      <a:pt x="366" y="8"/>
                    </a:cubicBezTo>
                    <a:lnTo>
                      <a:pt x="639" y="315"/>
                    </a:lnTo>
                    <a:lnTo>
                      <a:pt x="991" y="89"/>
                    </a:lnTo>
                    <a:cubicBezTo>
                      <a:pt x="1000" y="83"/>
                      <a:pt x="1012" y="85"/>
                      <a:pt x="1021" y="92"/>
                    </a:cubicBezTo>
                    <a:lnTo>
                      <a:pt x="1248" y="317"/>
                    </a:lnTo>
                    <a:lnTo>
                      <a:pt x="1519" y="159"/>
                    </a:lnTo>
                    <a:cubicBezTo>
                      <a:pt x="1527" y="155"/>
                      <a:pt x="1537" y="155"/>
                      <a:pt x="1544" y="161"/>
                    </a:cubicBezTo>
                    <a:lnTo>
                      <a:pt x="1776" y="327"/>
                    </a:lnTo>
                    <a:cubicBezTo>
                      <a:pt x="1786" y="334"/>
                      <a:pt x="1789" y="349"/>
                      <a:pt x="1782" y="359"/>
                    </a:cubicBezTo>
                    <a:cubicBezTo>
                      <a:pt x="1777" y="365"/>
                      <a:pt x="1770" y="369"/>
                      <a:pt x="1763" y="36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323" name="Google Shape;2323;p73"/>
            <p:cNvSpPr/>
            <p:nvPr/>
          </p:nvSpPr>
          <p:spPr>
            <a:xfrm>
              <a:off x="1769658" y="3699709"/>
              <a:ext cx="686831" cy="904614"/>
            </a:xfrm>
            <a:custGeom>
              <a:avLst/>
              <a:gdLst/>
              <a:ahLst/>
              <a:cxnLst/>
              <a:rect l="l" t="t" r="r" b="b"/>
              <a:pathLst>
                <a:path w="1416" h="1865" extrusionOk="0">
                  <a:moveTo>
                    <a:pt x="342" y="0"/>
                  </a:moveTo>
                  <a:lnTo>
                    <a:pt x="1072" y="0"/>
                  </a:lnTo>
                  <a:lnTo>
                    <a:pt x="1416" y="1865"/>
                  </a:lnTo>
                  <a:lnTo>
                    <a:pt x="0" y="1865"/>
                  </a:lnTo>
                  <a:lnTo>
                    <a:pt x="34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4" name="Google Shape;2324;p73"/>
            <p:cNvSpPr/>
            <p:nvPr/>
          </p:nvSpPr>
          <p:spPr>
            <a:xfrm>
              <a:off x="1732794" y="4455414"/>
              <a:ext cx="759588" cy="147454"/>
            </a:xfrm>
            <a:custGeom>
              <a:avLst/>
              <a:gdLst/>
              <a:ahLst/>
              <a:cxnLst/>
              <a:rect l="l" t="t" r="r" b="b"/>
              <a:pathLst>
                <a:path w="1566" h="304" extrusionOk="0">
                  <a:moveTo>
                    <a:pt x="84" y="0"/>
                  </a:moveTo>
                  <a:lnTo>
                    <a:pt x="1481" y="0"/>
                  </a:lnTo>
                  <a:cubicBezTo>
                    <a:pt x="1529" y="0"/>
                    <a:pt x="1566" y="40"/>
                    <a:pt x="1566" y="85"/>
                  </a:cubicBezTo>
                  <a:lnTo>
                    <a:pt x="1566" y="220"/>
                  </a:lnTo>
                  <a:cubicBezTo>
                    <a:pt x="1566" y="267"/>
                    <a:pt x="1526" y="304"/>
                    <a:pt x="1481" y="304"/>
                  </a:cubicBezTo>
                  <a:lnTo>
                    <a:pt x="84" y="304"/>
                  </a:lnTo>
                  <a:cubicBezTo>
                    <a:pt x="37" y="304"/>
                    <a:pt x="0" y="265"/>
                    <a:pt x="0" y="220"/>
                  </a:cubicBezTo>
                  <a:lnTo>
                    <a:pt x="0" y="85"/>
                  </a:lnTo>
                  <a:cubicBezTo>
                    <a:pt x="0" y="40"/>
                    <a:pt x="37" y="0"/>
                    <a:pt x="8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5" name="Google Shape;2325;p73"/>
            <p:cNvSpPr/>
            <p:nvPr/>
          </p:nvSpPr>
          <p:spPr>
            <a:xfrm>
              <a:off x="1909837" y="3602215"/>
              <a:ext cx="405502" cy="119322"/>
            </a:xfrm>
            <a:custGeom>
              <a:avLst/>
              <a:gdLst/>
              <a:ahLst/>
              <a:cxnLst/>
              <a:rect l="l" t="t" r="r" b="b"/>
              <a:pathLst>
                <a:path w="836" h="246" extrusionOk="0">
                  <a:moveTo>
                    <a:pt x="69" y="0"/>
                  </a:moveTo>
                  <a:lnTo>
                    <a:pt x="767" y="0"/>
                  </a:lnTo>
                  <a:cubicBezTo>
                    <a:pt x="804" y="0"/>
                    <a:pt x="836" y="31"/>
                    <a:pt x="836" y="68"/>
                  </a:cubicBezTo>
                  <a:lnTo>
                    <a:pt x="836" y="177"/>
                  </a:lnTo>
                  <a:cubicBezTo>
                    <a:pt x="836" y="214"/>
                    <a:pt x="804" y="246"/>
                    <a:pt x="767" y="246"/>
                  </a:cubicBezTo>
                  <a:lnTo>
                    <a:pt x="69" y="246"/>
                  </a:lnTo>
                  <a:cubicBezTo>
                    <a:pt x="32" y="246"/>
                    <a:pt x="0" y="214"/>
                    <a:pt x="0" y="177"/>
                  </a:cubicBezTo>
                  <a:lnTo>
                    <a:pt x="0" y="68"/>
                  </a:lnTo>
                  <a:cubicBezTo>
                    <a:pt x="0" y="31"/>
                    <a:pt x="32" y="0"/>
                    <a:pt x="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3550" rIns="90000" bIns="4355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6" name="Google Shape;2326;p73"/>
            <p:cNvSpPr/>
            <p:nvPr/>
          </p:nvSpPr>
          <p:spPr>
            <a:xfrm>
              <a:off x="959139" y="3472222"/>
              <a:ext cx="323528" cy="156670"/>
            </a:xfrm>
            <a:custGeom>
              <a:avLst/>
              <a:gdLst/>
              <a:ahLst/>
              <a:cxnLst/>
              <a:rect l="l" t="t" r="r" b="b"/>
              <a:pathLst>
                <a:path w="667" h="323" extrusionOk="0">
                  <a:moveTo>
                    <a:pt x="223" y="51"/>
                  </a:moveTo>
                  <a:cubicBezTo>
                    <a:pt x="212" y="48"/>
                    <a:pt x="199" y="48"/>
                    <a:pt x="185" y="48"/>
                  </a:cubicBezTo>
                  <a:cubicBezTo>
                    <a:pt x="114" y="48"/>
                    <a:pt x="56" y="85"/>
                    <a:pt x="56" y="130"/>
                  </a:cubicBezTo>
                  <a:cubicBezTo>
                    <a:pt x="56" y="141"/>
                    <a:pt x="59" y="151"/>
                    <a:pt x="64" y="159"/>
                  </a:cubicBezTo>
                  <a:cubicBezTo>
                    <a:pt x="35" y="175"/>
                    <a:pt x="14" y="196"/>
                    <a:pt x="14" y="223"/>
                  </a:cubicBezTo>
                  <a:lnTo>
                    <a:pt x="0" y="323"/>
                  </a:lnTo>
                  <a:lnTo>
                    <a:pt x="53" y="281"/>
                  </a:lnTo>
                  <a:cubicBezTo>
                    <a:pt x="77" y="294"/>
                    <a:pt x="109" y="305"/>
                    <a:pt x="143" y="305"/>
                  </a:cubicBezTo>
                  <a:cubicBezTo>
                    <a:pt x="164" y="305"/>
                    <a:pt x="183" y="302"/>
                    <a:pt x="201" y="297"/>
                  </a:cubicBezTo>
                  <a:cubicBezTo>
                    <a:pt x="236" y="313"/>
                    <a:pt x="275" y="323"/>
                    <a:pt x="320" y="323"/>
                  </a:cubicBezTo>
                  <a:cubicBezTo>
                    <a:pt x="373" y="323"/>
                    <a:pt x="421" y="310"/>
                    <a:pt x="458" y="289"/>
                  </a:cubicBezTo>
                  <a:cubicBezTo>
                    <a:pt x="479" y="299"/>
                    <a:pt x="508" y="307"/>
                    <a:pt x="537" y="307"/>
                  </a:cubicBezTo>
                  <a:cubicBezTo>
                    <a:pt x="609" y="307"/>
                    <a:pt x="667" y="270"/>
                    <a:pt x="667" y="225"/>
                  </a:cubicBezTo>
                  <a:cubicBezTo>
                    <a:pt x="667" y="183"/>
                    <a:pt x="614" y="149"/>
                    <a:pt x="548" y="143"/>
                  </a:cubicBezTo>
                  <a:cubicBezTo>
                    <a:pt x="551" y="138"/>
                    <a:pt x="551" y="133"/>
                    <a:pt x="551" y="127"/>
                  </a:cubicBezTo>
                  <a:cubicBezTo>
                    <a:pt x="551" y="82"/>
                    <a:pt x="492" y="45"/>
                    <a:pt x="421" y="45"/>
                  </a:cubicBezTo>
                  <a:cubicBezTo>
                    <a:pt x="413" y="45"/>
                    <a:pt x="405" y="45"/>
                    <a:pt x="397" y="48"/>
                  </a:cubicBezTo>
                  <a:cubicBezTo>
                    <a:pt x="389" y="22"/>
                    <a:pt x="352" y="0"/>
                    <a:pt x="307" y="0"/>
                  </a:cubicBezTo>
                  <a:cubicBezTo>
                    <a:pt x="265" y="-2"/>
                    <a:pt x="228" y="22"/>
                    <a:pt x="223" y="5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7" name="Google Shape;2327;p73"/>
            <p:cNvSpPr/>
            <p:nvPr/>
          </p:nvSpPr>
          <p:spPr>
            <a:xfrm>
              <a:off x="924700" y="3642959"/>
              <a:ext cx="89734" cy="341473"/>
            </a:xfrm>
            <a:custGeom>
              <a:avLst/>
              <a:gdLst/>
              <a:ahLst/>
              <a:cxnLst/>
              <a:rect l="l" t="t" r="r" b="b"/>
              <a:pathLst>
                <a:path w="185" h="704" extrusionOk="0">
                  <a:moveTo>
                    <a:pt x="0" y="0"/>
                  </a:moveTo>
                  <a:lnTo>
                    <a:pt x="185" y="0"/>
                  </a:lnTo>
                  <a:lnTo>
                    <a:pt x="185" y="704"/>
                  </a:lnTo>
                  <a:lnTo>
                    <a:pt x="0" y="7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8" name="Google Shape;2328;p73"/>
            <p:cNvSpPr/>
            <p:nvPr/>
          </p:nvSpPr>
          <p:spPr>
            <a:xfrm>
              <a:off x="898993" y="3622587"/>
              <a:ext cx="141150" cy="69362"/>
            </a:xfrm>
            <a:custGeom>
              <a:avLst/>
              <a:gdLst/>
              <a:ahLst/>
              <a:cxnLst/>
              <a:rect l="l" t="t" r="r" b="b"/>
              <a:pathLst>
                <a:path w="291" h="143" extrusionOk="0">
                  <a:moveTo>
                    <a:pt x="0" y="0"/>
                  </a:moveTo>
                  <a:lnTo>
                    <a:pt x="291" y="0"/>
                  </a:lnTo>
                  <a:lnTo>
                    <a:pt x="291" y="143"/>
                  </a:lnTo>
                  <a:lnTo>
                    <a:pt x="0" y="1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6475" rIns="90000" bIns="64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9" name="Google Shape;2329;p73"/>
            <p:cNvSpPr/>
            <p:nvPr/>
          </p:nvSpPr>
          <p:spPr>
            <a:xfrm>
              <a:off x="835936" y="3837948"/>
              <a:ext cx="1066140" cy="766375"/>
            </a:xfrm>
            <a:custGeom>
              <a:avLst/>
              <a:gdLst/>
              <a:ahLst/>
              <a:cxnLst/>
              <a:rect l="l" t="t" r="r" b="b"/>
              <a:pathLst>
                <a:path w="2198" h="1580" extrusionOk="0">
                  <a:moveTo>
                    <a:pt x="0" y="0"/>
                  </a:moveTo>
                  <a:lnTo>
                    <a:pt x="2198" y="0"/>
                  </a:lnTo>
                  <a:lnTo>
                    <a:pt x="2198" y="1580"/>
                  </a:lnTo>
                  <a:lnTo>
                    <a:pt x="0" y="15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0" name="Google Shape;2330;p73"/>
            <p:cNvSpPr/>
            <p:nvPr/>
          </p:nvSpPr>
          <p:spPr>
            <a:xfrm>
              <a:off x="933431" y="4020326"/>
              <a:ext cx="233794" cy="192564"/>
            </a:xfrm>
            <a:custGeom>
              <a:avLst/>
              <a:gdLst/>
              <a:ahLst/>
              <a:cxnLst/>
              <a:rect l="l" t="t" r="r" b="b"/>
              <a:pathLst>
                <a:path w="482" h="397" extrusionOk="0">
                  <a:moveTo>
                    <a:pt x="0" y="0"/>
                  </a:moveTo>
                  <a:lnTo>
                    <a:pt x="482" y="0"/>
                  </a:lnTo>
                  <a:lnTo>
                    <a:pt x="482" y="397"/>
                  </a:lnTo>
                  <a:lnTo>
                    <a:pt x="0" y="3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1" name="Google Shape;2331;p73"/>
            <p:cNvSpPr/>
            <p:nvPr/>
          </p:nvSpPr>
          <p:spPr>
            <a:xfrm>
              <a:off x="924700" y="4012565"/>
              <a:ext cx="251256" cy="206630"/>
            </a:xfrm>
            <a:custGeom>
              <a:avLst/>
              <a:gdLst/>
              <a:ahLst/>
              <a:cxnLst/>
              <a:rect l="l" t="t" r="r" b="b"/>
              <a:pathLst>
                <a:path w="518" h="426" extrusionOk="0">
                  <a:moveTo>
                    <a:pt x="0" y="0"/>
                  </a:moveTo>
                  <a:lnTo>
                    <a:pt x="518" y="0"/>
                  </a:lnTo>
                  <a:lnTo>
                    <a:pt x="518" y="426"/>
                  </a:lnTo>
                  <a:lnTo>
                    <a:pt x="0" y="426"/>
                  </a:lnTo>
                  <a:lnTo>
                    <a:pt x="0" y="0"/>
                  </a:lnTo>
                  <a:moveTo>
                    <a:pt x="188" y="16"/>
                  </a:moveTo>
                  <a:lnTo>
                    <a:pt x="188" y="413"/>
                  </a:lnTo>
                  <a:lnTo>
                    <a:pt x="336" y="413"/>
                  </a:lnTo>
                  <a:lnTo>
                    <a:pt x="336" y="16"/>
                  </a:lnTo>
                  <a:lnTo>
                    <a:pt x="188" y="16"/>
                  </a:lnTo>
                  <a:moveTo>
                    <a:pt x="172" y="413"/>
                  </a:moveTo>
                  <a:lnTo>
                    <a:pt x="172" y="16"/>
                  </a:lnTo>
                  <a:lnTo>
                    <a:pt x="18" y="16"/>
                  </a:lnTo>
                  <a:lnTo>
                    <a:pt x="18" y="413"/>
                  </a:lnTo>
                  <a:lnTo>
                    <a:pt x="172" y="413"/>
                  </a:lnTo>
                  <a:moveTo>
                    <a:pt x="352" y="16"/>
                  </a:moveTo>
                  <a:lnTo>
                    <a:pt x="352" y="413"/>
                  </a:lnTo>
                  <a:lnTo>
                    <a:pt x="500" y="413"/>
                  </a:lnTo>
                  <a:lnTo>
                    <a:pt x="500" y="16"/>
                  </a:lnTo>
                  <a:lnTo>
                    <a:pt x="352" y="1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2" name="Google Shape;2332;p73"/>
            <p:cNvSpPr/>
            <p:nvPr/>
          </p:nvSpPr>
          <p:spPr>
            <a:xfrm>
              <a:off x="1260840" y="4020326"/>
              <a:ext cx="233794" cy="192564"/>
            </a:xfrm>
            <a:custGeom>
              <a:avLst/>
              <a:gdLst/>
              <a:ahLst/>
              <a:cxnLst/>
              <a:rect l="l" t="t" r="r" b="b"/>
              <a:pathLst>
                <a:path w="482" h="397" extrusionOk="0">
                  <a:moveTo>
                    <a:pt x="0" y="0"/>
                  </a:moveTo>
                  <a:lnTo>
                    <a:pt x="482" y="0"/>
                  </a:lnTo>
                  <a:lnTo>
                    <a:pt x="482" y="397"/>
                  </a:lnTo>
                  <a:lnTo>
                    <a:pt x="0" y="3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3" name="Google Shape;2333;p73"/>
            <p:cNvSpPr/>
            <p:nvPr/>
          </p:nvSpPr>
          <p:spPr>
            <a:xfrm>
              <a:off x="1252109" y="4012565"/>
              <a:ext cx="251256" cy="206630"/>
            </a:xfrm>
            <a:custGeom>
              <a:avLst/>
              <a:gdLst/>
              <a:ahLst/>
              <a:cxnLst/>
              <a:rect l="l" t="t" r="r" b="b"/>
              <a:pathLst>
                <a:path w="518" h="426" extrusionOk="0">
                  <a:moveTo>
                    <a:pt x="0" y="0"/>
                  </a:moveTo>
                  <a:lnTo>
                    <a:pt x="518" y="0"/>
                  </a:lnTo>
                  <a:lnTo>
                    <a:pt x="518" y="426"/>
                  </a:lnTo>
                  <a:lnTo>
                    <a:pt x="0" y="426"/>
                  </a:lnTo>
                  <a:lnTo>
                    <a:pt x="0" y="0"/>
                  </a:lnTo>
                  <a:moveTo>
                    <a:pt x="187" y="16"/>
                  </a:moveTo>
                  <a:lnTo>
                    <a:pt x="187" y="413"/>
                  </a:lnTo>
                  <a:lnTo>
                    <a:pt x="336" y="413"/>
                  </a:lnTo>
                  <a:lnTo>
                    <a:pt x="336" y="16"/>
                  </a:lnTo>
                  <a:lnTo>
                    <a:pt x="187" y="16"/>
                  </a:lnTo>
                  <a:moveTo>
                    <a:pt x="169" y="413"/>
                  </a:moveTo>
                  <a:lnTo>
                    <a:pt x="169" y="16"/>
                  </a:lnTo>
                  <a:lnTo>
                    <a:pt x="15" y="16"/>
                  </a:lnTo>
                  <a:lnTo>
                    <a:pt x="15" y="413"/>
                  </a:lnTo>
                  <a:lnTo>
                    <a:pt x="169" y="413"/>
                  </a:lnTo>
                  <a:moveTo>
                    <a:pt x="351" y="16"/>
                  </a:moveTo>
                  <a:lnTo>
                    <a:pt x="351" y="413"/>
                  </a:lnTo>
                  <a:lnTo>
                    <a:pt x="500" y="413"/>
                  </a:lnTo>
                  <a:lnTo>
                    <a:pt x="500" y="16"/>
                  </a:lnTo>
                  <a:lnTo>
                    <a:pt x="351" y="1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4" name="Google Shape;2334;p73"/>
            <p:cNvSpPr/>
            <p:nvPr/>
          </p:nvSpPr>
          <p:spPr>
            <a:xfrm>
              <a:off x="1586794" y="4020326"/>
              <a:ext cx="233309" cy="192564"/>
            </a:xfrm>
            <a:custGeom>
              <a:avLst/>
              <a:gdLst/>
              <a:ahLst/>
              <a:cxnLst/>
              <a:rect l="l" t="t" r="r" b="b"/>
              <a:pathLst>
                <a:path w="481" h="397" extrusionOk="0">
                  <a:moveTo>
                    <a:pt x="0" y="0"/>
                  </a:moveTo>
                  <a:lnTo>
                    <a:pt x="481" y="0"/>
                  </a:lnTo>
                  <a:lnTo>
                    <a:pt x="481" y="397"/>
                  </a:lnTo>
                  <a:lnTo>
                    <a:pt x="0" y="3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5" name="Google Shape;2335;p73"/>
            <p:cNvSpPr/>
            <p:nvPr/>
          </p:nvSpPr>
          <p:spPr>
            <a:xfrm>
              <a:off x="1579033" y="4012565"/>
              <a:ext cx="251256" cy="206630"/>
            </a:xfrm>
            <a:custGeom>
              <a:avLst/>
              <a:gdLst/>
              <a:ahLst/>
              <a:cxnLst/>
              <a:rect l="l" t="t" r="r" b="b"/>
              <a:pathLst>
                <a:path w="518" h="426" extrusionOk="0">
                  <a:moveTo>
                    <a:pt x="0" y="0"/>
                  </a:moveTo>
                  <a:lnTo>
                    <a:pt x="518" y="0"/>
                  </a:lnTo>
                  <a:lnTo>
                    <a:pt x="518" y="426"/>
                  </a:lnTo>
                  <a:lnTo>
                    <a:pt x="0" y="426"/>
                  </a:lnTo>
                  <a:lnTo>
                    <a:pt x="0" y="0"/>
                  </a:lnTo>
                  <a:moveTo>
                    <a:pt x="184" y="16"/>
                  </a:moveTo>
                  <a:lnTo>
                    <a:pt x="184" y="413"/>
                  </a:lnTo>
                  <a:lnTo>
                    <a:pt x="333" y="413"/>
                  </a:lnTo>
                  <a:lnTo>
                    <a:pt x="333" y="16"/>
                  </a:lnTo>
                  <a:lnTo>
                    <a:pt x="184" y="16"/>
                  </a:lnTo>
                  <a:moveTo>
                    <a:pt x="170" y="413"/>
                  </a:moveTo>
                  <a:lnTo>
                    <a:pt x="170" y="16"/>
                  </a:lnTo>
                  <a:lnTo>
                    <a:pt x="16" y="16"/>
                  </a:lnTo>
                  <a:lnTo>
                    <a:pt x="16" y="413"/>
                  </a:lnTo>
                  <a:lnTo>
                    <a:pt x="170" y="413"/>
                  </a:lnTo>
                  <a:moveTo>
                    <a:pt x="348" y="16"/>
                  </a:moveTo>
                  <a:lnTo>
                    <a:pt x="348" y="413"/>
                  </a:lnTo>
                  <a:lnTo>
                    <a:pt x="497" y="413"/>
                  </a:lnTo>
                  <a:lnTo>
                    <a:pt x="497" y="16"/>
                  </a:lnTo>
                  <a:lnTo>
                    <a:pt x="348" y="1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6" name="Google Shape;2336;p73"/>
            <p:cNvSpPr/>
            <p:nvPr/>
          </p:nvSpPr>
          <p:spPr>
            <a:xfrm>
              <a:off x="933431" y="4308929"/>
              <a:ext cx="233794" cy="192564"/>
            </a:xfrm>
            <a:custGeom>
              <a:avLst/>
              <a:gdLst/>
              <a:ahLst/>
              <a:cxnLst/>
              <a:rect l="l" t="t" r="r" b="b"/>
              <a:pathLst>
                <a:path w="482" h="397" extrusionOk="0">
                  <a:moveTo>
                    <a:pt x="0" y="0"/>
                  </a:moveTo>
                  <a:lnTo>
                    <a:pt x="482" y="0"/>
                  </a:lnTo>
                  <a:lnTo>
                    <a:pt x="482" y="397"/>
                  </a:lnTo>
                  <a:lnTo>
                    <a:pt x="0" y="3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7" name="Google Shape;2337;p73"/>
            <p:cNvSpPr/>
            <p:nvPr/>
          </p:nvSpPr>
          <p:spPr>
            <a:xfrm>
              <a:off x="924700" y="4301654"/>
              <a:ext cx="251256" cy="206145"/>
            </a:xfrm>
            <a:custGeom>
              <a:avLst/>
              <a:gdLst/>
              <a:ahLst/>
              <a:cxnLst/>
              <a:rect l="l" t="t" r="r" b="b"/>
              <a:pathLst>
                <a:path w="518" h="425" extrusionOk="0">
                  <a:moveTo>
                    <a:pt x="0" y="0"/>
                  </a:moveTo>
                  <a:lnTo>
                    <a:pt x="518" y="0"/>
                  </a:lnTo>
                  <a:lnTo>
                    <a:pt x="518" y="425"/>
                  </a:lnTo>
                  <a:lnTo>
                    <a:pt x="0" y="425"/>
                  </a:lnTo>
                  <a:lnTo>
                    <a:pt x="0" y="0"/>
                  </a:lnTo>
                  <a:moveTo>
                    <a:pt x="188" y="15"/>
                  </a:moveTo>
                  <a:lnTo>
                    <a:pt x="188" y="412"/>
                  </a:lnTo>
                  <a:lnTo>
                    <a:pt x="336" y="412"/>
                  </a:lnTo>
                  <a:lnTo>
                    <a:pt x="336" y="15"/>
                  </a:lnTo>
                  <a:lnTo>
                    <a:pt x="188" y="15"/>
                  </a:lnTo>
                  <a:moveTo>
                    <a:pt x="172" y="412"/>
                  </a:moveTo>
                  <a:lnTo>
                    <a:pt x="172" y="15"/>
                  </a:lnTo>
                  <a:lnTo>
                    <a:pt x="18" y="15"/>
                  </a:lnTo>
                  <a:lnTo>
                    <a:pt x="18" y="412"/>
                  </a:lnTo>
                  <a:lnTo>
                    <a:pt x="172" y="412"/>
                  </a:lnTo>
                  <a:moveTo>
                    <a:pt x="352" y="15"/>
                  </a:moveTo>
                  <a:lnTo>
                    <a:pt x="352" y="412"/>
                  </a:lnTo>
                  <a:lnTo>
                    <a:pt x="500" y="412"/>
                  </a:lnTo>
                  <a:lnTo>
                    <a:pt x="500" y="15"/>
                  </a:lnTo>
                  <a:lnTo>
                    <a:pt x="352" y="1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8" name="Google Shape;2338;p73"/>
            <p:cNvSpPr/>
            <p:nvPr/>
          </p:nvSpPr>
          <p:spPr>
            <a:xfrm>
              <a:off x="1260840" y="4308929"/>
              <a:ext cx="233794" cy="192564"/>
            </a:xfrm>
            <a:custGeom>
              <a:avLst/>
              <a:gdLst/>
              <a:ahLst/>
              <a:cxnLst/>
              <a:rect l="l" t="t" r="r" b="b"/>
              <a:pathLst>
                <a:path w="482" h="397" extrusionOk="0">
                  <a:moveTo>
                    <a:pt x="0" y="0"/>
                  </a:moveTo>
                  <a:lnTo>
                    <a:pt x="482" y="0"/>
                  </a:lnTo>
                  <a:lnTo>
                    <a:pt x="482" y="397"/>
                  </a:lnTo>
                  <a:lnTo>
                    <a:pt x="0" y="3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9" name="Google Shape;2339;p73"/>
            <p:cNvSpPr/>
            <p:nvPr/>
          </p:nvSpPr>
          <p:spPr>
            <a:xfrm>
              <a:off x="1252109" y="4301654"/>
              <a:ext cx="251256" cy="206145"/>
            </a:xfrm>
            <a:custGeom>
              <a:avLst/>
              <a:gdLst/>
              <a:ahLst/>
              <a:cxnLst/>
              <a:rect l="l" t="t" r="r" b="b"/>
              <a:pathLst>
                <a:path w="518" h="425" extrusionOk="0">
                  <a:moveTo>
                    <a:pt x="0" y="0"/>
                  </a:moveTo>
                  <a:lnTo>
                    <a:pt x="518" y="0"/>
                  </a:lnTo>
                  <a:lnTo>
                    <a:pt x="518" y="425"/>
                  </a:lnTo>
                  <a:lnTo>
                    <a:pt x="0" y="425"/>
                  </a:lnTo>
                  <a:lnTo>
                    <a:pt x="0" y="0"/>
                  </a:lnTo>
                  <a:moveTo>
                    <a:pt x="187" y="15"/>
                  </a:moveTo>
                  <a:lnTo>
                    <a:pt x="187" y="412"/>
                  </a:lnTo>
                  <a:lnTo>
                    <a:pt x="336" y="412"/>
                  </a:lnTo>
                  <a:lnTo>
                    <a:pt x="336" y="15"/>
                  </a:lnTo>
                  <a:lnTo>
                    <a:pt x="187" y="15"/>
                  </a:lnTo>
                  <a:moveTo>
                    <a:pt x="169" y="412"/>
                  </a:moveTo>
                  <a:lnTo>
                    <a:pt x="169" y="15"/>
                  </a:lnTo>
                  <a:lnTo>
                    <a:pt x="15" y="15"/>
                  </a:lnTo>
                  <a:lnTo>
                    <a:pt x="15" y="412"/>
                  </a:lnTo>
                  <a:lnTo>
                    <a:pt x="169" y="412"/>
                  </a:lnTo>
                  <a:moveTo>
                    <a:pt x="351" y="15"/>
                  </a:moveTo>
                  <a:lnTo>
                    <a:pt x="351" y="412"/>
                  </a:lnTo>
                  <a:lnTo>
                    <a:pt x="500" y="412"/>
                  </a:lnTo>
                  <a:lnTo>
                    <a:pt x="500" y="15"/>
                  </a:lnTo>
                  <a:lnTo>
                    <a:pt x="351" y="1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0" name="Google Shape;2340;p73"/>
            <p:cNvSpPr/>
            <p:nvPr/>
          </p:nvSpPr>
          <p:spPr>
            <a:xfrm>
              <a:off x="1586794" y="4308929"/>
              <a:ext cx="233309" cy="192564"/>
            </a:xfrm>
            <a:custGeom>
              <a:avLst/>
              <a:gdLst/>
              <a:ahLst/>
              <a:cxnLst/>
              <a:rect l="l" t="t" r="r" b="b"/>
              <a:pathLst>
                <a:path w="481" h="397" extrusionOk="0">
                  <a:moveTo>
                    <a:pt x="0" y="0"/>
                  </a:moveTo>
                  <a:lnTo>
                    <a:pt x="481" y="0"/>
                  </a:lnTo>
                  <a:lnTo>
                    <a:pt x="481" y="397"/>
                  </a:lnTo>
                  <a:lnTo>
                    <a:pt x="0" y="3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1" name="Google Shape;2341;p73"/>
            <p:cNvSpPr/>
            <p:nvPr/>
          </p:nvSpPr>
          <p:spPr>
            <a:xfrm>
              <a:off x="1579033" y="4301654"/>
              <a:ext cx="251256" cy="206145"/>
            </a:xfrm>
            <a:custGeom>
              <a:avLst/>
              <a:gdLst/>
              <a:ahLst/>
              <a:cxnLst/>
              <a:rect l="l" t="t" r="r" b="b"/>
              <a:pathLst>
                <a:path w="518" h="425" extrusionOk="0">
                  <a:moveTo>
                    <a:pt x="0" y="0"/>
                  </a:moveTo>
                  <a:lnTo>
                    <a:pt x="518" y="0"/>
                  </a:lnTo>
                  <a:lnTo>
                    <a:pt x="518" y="425"/>
                  </a:lnTo>
                  <a:lnTo>
                    <a:pt x="0" y="425"/>
                  </a:lnTo>
                  <a:lnTo>
                    <a:pt x="0" y="0"/>
                  </a:lnTo>
                  <a:moveTo>
                    <a:pt x="184" y="15"/>
                  </a:moveTo>
                  <a:lnTo>
                    <a:pt x="184" y="412"/>
                  </a:lnTo>
                  <a:lnTo>
                    <a:pt x="333" y="412"/>
                  </a:lnTo>
                  <a:lnTo>
                    <a:pt x="333" y="15"/>
                  </a:lnTo>
                  <a:lnTo>
                    <a:pt x="184" y="15"/>
                  </a:lnTo>
                  <a:moveTo>
                    <a:pt x="170" y="412"/>
                  </a:moveTo>
                  <a:lnTo>
                    <a:pt x="170" y="15"/>
                  </a:lnTo>
                  <a:lnTo>
                    <a:pt x="16" y="15"/>
                  </a:lnTo>
                  <a:lnTo>
                    <a:pt x="16" y="412"/>
                  </a:lnTo>
                  <a:lnTo>
                    <a:pt x="170" y="412"/>
                  </a:lnTo>
                  <a:moveTo>
                    <a:pt x="348" y="15"/>
                  </a:moveTo>
                  <a:lnTo>
                    <a:pt x="348" y="412"/>
                  </a:lnTo>
                  <a:lnTo>
                    <a:pt x="497" y="412"/>
                  </a:lnTo>
                  <a:lnTo>
                    <a:pt x="497" y="15"/>
                  </a:lnTo>
                  <a:lnTo>
                    <a:pt x="348" y="1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2" name="Google Shape;2342;p73"/>
            <p:cNvSpPr/>
            <p:nvPr/>
          </p:nvSpPr>
          <p:spPr>
            <a:xfrm>
              <a:off x="823325" y="3837948"/>
              <a:ext cx="1092818" cy="94099"/>
            </a:xfrm>
            <a:custGeom>
              <a:avLst/>
              <a:gdLst/>
              <a:ahLst/>
              <a:cxnLst/>
              <a:rect l="l" t="t" r="r" b="b"/>
              <a:pathLst>
                <a:path w="2253" h="194" extrusionOk="0">
                  <a:moveTo>
                    <a:pt x="0" y="0"/>
                  </a:moveTo>
                  <a:lnTo>
                    <a:pt x="2253" y="0"/>
                  </a:lnTo>
                  <a:lnTo>
                    <a:pt x="2227" y="194"/>
                  </a:lnTo>
                  <a:lnTo>
                    <a:pt x="26" y="1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24825" rIns="90000" bIns="248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3" name="Google Shape;2343;p73"/>
            <p:cNvSpPr/>
            <p:nvPr/>
          </p:nvSpPr>
          <p:spPr>
            <a:xfrm>
              <a:off x="835936" y="4555333"/>
              <a:ext cx="1066140" cy="48990"/>
            </a:xfrm>
            <a:custGeom>
              <a:avLst/>
              <a:gdLst/>
              <a:ahLst/>
              <a:cxnLst/>
              <a:rect l="l" t="t" r="r" b="b"/>
              <a:pathLst>
                <a:path w="2198" h="101" extrusionOk="0">
                  <a:moveTo>
                    <a:pt x="0" y="0"/>
                  </a:moveTo>
                  <a:lnTo>
                    <a:pt x="2198" y="0"/>
                  </a:lnTo>
                  <a:lnTo>
                    <a:pt x="2198" y="101"/>
                  </a:lnTo>
                  <a:lnTo>
                    <a:pt x="0" y="1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0" rIns="90000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344" name="Google Shape;2344;p73"/>
            <p:cNvGrpSpPr/>
            <p:nvPr/>
          </p:nvGrpSpPr>
          <p:grpSpPr>
            <a:xfrm flipH="1">
              <a:off x="713237" y="4604000"/>
              <a:ext cx="2962639" cy="9"/>
              <a:chOff x="5482988" y="4595950"/>
              <a:chExt cx="2962639" cy="9"/>
            </a:xfrm>
          </p:grpSpPr>
          <p:cxnSp>
            <p:nvCxnSpPr>
              <p:cNvPr id="2345" name="Google Shape;2345;p73"/>
              <p:cNvCxnSpPr/>
              <p:nvPr/>
            </p:nvCxnSpPr>
            <p:spPr>
              <a:xfrm rot="10800000">
                <a:off x="5757326" y="4595950"/>
                <a:ext cx="2688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46" name="Google Shape;2346;p73"/>
              <p:cNvCxnSpPr/>
              <p:nvPr/>
            </p:nvCxnSpPr>
            <p:spPr>
              <a:xfrm rot="10800000">
                <a:off x="5482988" y="4595959"/>
                <a:ext cx="2166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347" name="Google Shape;2347;p73"/>
            <p:cNvGrpSpPr/>
            <p:nvPr/>
          </p:nvGrpSpPr>
          <p:grpSpPr>
            <a:xfrm flipH="1">
              <a:off x="3242464" y="3589675"/>
              <a:ext cx="405465" cy="1014295"/>
              <a:chOff x="3899880" y="1817280"/>
              <a:chExt cx="1502280" cy="3758040"/>
            </a:xfrm>
          </p:grpSpPr>
          <p:sp>
            <p:nvSpPr>
              <p:cNvPr id="2348" name="Google Shape;2348;p73"/>
              <p:cNvSpPr/>
              <p:nvPr/>
            </p:nvSpPr>
            <p:spPr>
              <a:xfrm>
                <a:off x="4374000" y="1818000"/>
                <a:ext cx="554760" cy="3757320"/>
              </a:xfrm>
              <a:custGeom>
                <a:avLst/>
                <a:gdLst/>
                <a:ahLst/>
                <a:cxnLst/>
                <a:rect l="l" t="t" r="r" b="b"/>
                <a:pathLst>
                  <a:path w="1541" h="10437" extrusionOk="0">
                    <a:moveTo>
                      <a:pt x="1519" y="10437"/>
                    </a:moveTo>
                    <a:cubicBezTo>
                      <a:pt x="1508" y="10437"/>
                      <a:pt x="1498" y="10427"/>
                      <a:pt x="1496" y="10416"/>
                    </a:cubicBezTo>
                    <a:lnTo>
                      <a:pt x="918" y="47"/>
                    </a:lnTo>
                    <a:lnTo>
                      <a:pt x="625" y="47"/>
                    </a:lnTo>
                    <a:lnTo>
                      <a:pt x="46" y="10416"/>
                    </a:lnTo>
                    <a:cubicBezTo>
                      <a:pt x="46" y="10429"/>
                      <a:pt x="36" y="10439"/>
                      <a:pt x="22" y="10437"/>
                    </a:cubicBezTo>
                    <a:cubicBezTo>
                      <a:pt x="8" y="10437"/>
                      <a:pt x="0" y="10426"/>
                      <a:pt x="0" y="10413"/>
                    </a:cubicBezTo>
                    <a:lnTo>
                      <a:pt x="578" y="22"/>
                    </a:lnTo>
                    <a:cubicBezTo>
                      <a:pt x="578" y="10"/>
                      <a:pt x="588" y="0"/>
                      <a:pt x="601" y="0"/>
                    </a:cubicBezTo>
                    <a:lnTo>
                      <a:pt x="938" y="0"/>
                    </a:lnTo>
                    <a:cubicBezTo>
                      <a:pt x="950" y="0"/>
                      <a:pt x="960" y="10"/>
                      <a:pt x="961" y="22"/>
                    </a:cubicBezTo>
                    <a:lnTo>
                      <a:pt x="1541" y="10413"/>
                    </a:lnTo>
                    <a:cubicBezTo>
                      <a:pt x="1543" y="10426"/>
                      <a:pt x="1534" y="10436"/>
                      <a:pt x="1519" y="1043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9" name="Google Shape;2349;p73"/>
              <p:cNvSpPr/>
              <p:nvPr/>
            </p:nvSpPr>
            <p:spPr>
              <a:xfrm>
                <a:off x="4381200" y="1817280"/>
                <a:ext cx="527760" cy="3613320"/>
              </a:xfrm>
              <a:custGeom>
                <a:avLst/>
                <a:gdLst/>
                <a:ahLst/>
                <a:cxnLst/>
                <a:rect l="l" t="t" r="r" b="b"/>
                <a:pathLst>
                  <a:path w="1466" h="10037" extrusionOk="0">
                    <a:moveTo>
                      <a:pt x="25" y="10037"/>
                    </a:moveTo>
                    <a:cubicBezTo>
                      <a:pt x="16" y="10037"/>
                      <a:pt x="7" y="10031"/>
                      <a:pt x="3" y="10024"/>
                    </a:cubicBezTo>
                    <a:cubicBezTo>
                      <a:pt x="-3" y="10013"/>
                      <a:pt x="3" y="9999"/>
                      <a:pt x="15" y="9994"/>
                    </a:cubicBezTo>
                    <a:lnTo>
                      <a:pt x="1392" y="9377"/>
                    </a:lnTo>
                    <a:lnTo>
                      <a:pt x="93" y="8561"/>
                    </a:lnTo>
                    <a:cubicBezTo>
                      <a:pt x="86" y="8557"/>
                      <a:pt x="82" y="8550"/>
                      <a:pt x="83" y="8541"/>
                    </a:cubicBezTo>
                    <a:cubicBezTo>
                      <a:pt x="83" y="8532"/>
                      <a:pt x="88" y="8525"/>
                      <a:pt x="95" y="8522"/>
                    </a:cubicBezTo>
                    <a:lnTo>
                      <a:pt x="1309" y="7801"/>
                    </a:lnTo>
                    <a:lnTo>
                      <a:pt x="176" y="7125"/>
                    </a:lnTo>
                    <a:cubicBezTo>
                      <a:pt x="169" y="7120"/>
                      <a:pt x="165" y="7113"/>
                      <a:pt x="165" y="7106"/>
                    </a:cubicBezTo>
                    <a:cubicBezTo>
                      <a:pt x="165" y="7097"/>
                      <a:pt x="169" y="7090"/>
                      <a:pt x="175" y="7085"/>
                    </a:cubicBezTo>
                    <a:lnTo>
                      <a:pt x="1233" y="6422"/>
                    </a:lnTo>
                    <a:lnTo>
                      <a:pt x="249" y="5787"/>
                    </a:lnTo>
                    <a:cubicBezTo>
                      <a:pt x="243" y="5783"/>
                      <a:pt x="239" y="5778"/>
                      <a:pt x="239" y="5770"/>
                    </a:cubicBezTo>
                    <a:cubicBezTo>
                      <a:pt x="239" y="5763"/>
                      <a:pt x="242" y="5755"/>
                      <a:pt x="248" y="5751"/>
                    </a:cubicBezTo>
                    <a:lnTo>
                      <a:pt x="1161" y="5005"/>
                    </a:lnTo>
                    <a:lnTo>
                      <a:pt x="331" y="4304"/>
                    </a:lnTo>
                    <a:cubicBezTo>
                      <a:pt x="325" y="4299"/>
                      <a:pt x="322" y="4294"/>
                      <a:pt x="322" y="4286"/>
                    </a:cubicBezTo>
                    <a:cubicBezTo>
                      <a:pt x="322" y="4279"/>
                      <a:pt x="325" y="4273"/>
                      <a:pt x="331" y="4269"/>
                    </a:cubicBezTo>
                    <a:lnTo>
                      <a:pt x="1086" y="3622"/>
                    </a:lnTo>
                    <a:lnTo>
                      <a:pt x="402" y="3034"/>
                    </a:lnTo>
                    <a:cubicBezTo>
                      <a:pt x="396" y="3030"/>
                      <a:pt x="393" y="3022"/>
                      <a:pt x="393" y="3015"/>
                    </a:cubicBezTo>
                    <a:cubicBezTo>
                      <a:pt x="393" y="3008"/>
                      <a:pt x="398" y="3002"/>
                      <a:pt x="404" y="2998"/>
                    </a:cubicBezTo>
                    <a:lnTo>
                      <a:pt x="1020" y="2563"/>
                    </a:lnTo>
                    <a:lnTo>
                      <a:pt x="449" y="2208"/>
                    </a:lnTo>
                    <a:cubicBezTo>
                      <a:pt x="443" y="2204"/>
                      <a:pt x="439" y="2198"/>
                      <a:pt x="437" y="2189"/>
                    </a:cubicBezTo>
                    <a:cubicBezTo>
                      <a:pt x="437" y="2182"/>
                      <a:pt x="440" y="2174"/>
                      <a:pt x="446" y="2170"/>
                    </a:cubicBezTo>
                    <a:lnTo>
                      <a:pt x="976" y="1750"/>
                    </a:lnTo>
                    <a:lnTo>
                      <a:pt x="493" y="1383"/>
                    </a:lnTo>
                    <a:cubicBezTo>
                      <a:pt x="487" y="1379"/>
                      <a:pt x="484" y="1371"/>
                      <a:pt x="484" y="1364"/>
                    </a:cubicBezTo>
                    <a:cubicBezTo>
                      <a:pt x="484" y="1356"/>
                      <a:pt x="487" y="1350"/>
                      <a:pt x="493" y="1345"/>
                    </a:cubicBezTo>
                    <a:lnTo>
                      <a:pt x="936" y="994"/>
                    </a:lnTo>
                    <a:lnTo>
                      <a:pt x="532" y="697"/>
                    </a:lnTo>
                    <a:cubicBezTo>
                      <a:pt x="526" y="693"/>
                      <a:pt x="523" y="685"/>
                      <a:pt x="523" y="678"/>
                    </a:cubicBezTo>
                    <a:cubicBezTo>
                      <a:pt x="523" y="671"/>
                      <a:pt x="526" y="663"/>
                      <a:pt x="532" y="659"/>
                    </a:cubicBezTo>
                    <a:lnTo>
                      <a:pt x="903" y="362"/>
                    </a:lnTo>
                    <a:lnTo>
                      <a:pt x="567" y="41"/>
                    </a:lnTo>
                    <a:cubicBezTo>
                      <a:pt x="558" y="33"/>
                      <a:pt x="557" y="18"/>
                      <a:pt x="565" y="8"/>
                    </a:cubicBezTo>
                    <a:cubicBezTo>
                      <a:pt x="574" y="-1"/>
                      <a:pt x="589" y="-2"/>
                      <a:pt x="599" y="6"/>
                    </a:cubicBezTo>
                    <a:lnTo>
                      <a:pt x="954" y="344"/>
                    </a:lnTo>
                    <a:cubicBezTo>
                      <a:pt x="959" y="349"/>
                      <a:pt x="962" y="356"/>
                      <a:pt x="962" y="362"/>
                    </a:cubicBezTo>
                    <a:cubicBezTo>
                      <a:pt x="962" y="369"/>
                      <a:pt x="959" y="375"/>
                      <a:pt x="953" y="379"/>
                    </a:cubicBezTo>
                    <a:lnTo>
                      <a:pt x="584" y="675"/>
                    </a:lnTo>
                    <a:lnTo>
                      <a:pt x="988" y="972"/>
                    </a:lnTo>
                    <a:cubicBezTo>
                      <a:pt x="994" y="977"/>
                      <a:pt x="997" y="983"/>
                      <a:pt x="997" y="991"/>
                    </a:cubicBezTo>
                    <a:cubicBezTo>
                      <a:pt x="997" y="998"/>
                      <a:pt x="994" y="1006"/>
                      <a:pt x="988" y="1010"/>
                    </a:cubicBezTo>
                    <a:lnTo>
                      <a:pt x="545" y="1361"/>
                    </a:lnTo>
                    <a:lnTo>
                      <a:pt x="1029" y="1729"/>
                    </a:lnTo>
                    <a:cubicBezTo>
                      <a:pt x="1035" y="1733"/>
                      <a:pt x="1038" y="1740"/>
                      <a:pt x="1038" y="1748"/>
                    </a:cubicBezTo>
                    <a:cubicBezTo>
                      <a:pt x="1038" y="1755"/>
                      <a:pt x="1035" y="1762"/>
                      <a:pt x="1029" y="1766"/>
                    </a:cubicBezTo>
                    <a:lnTo>
                      <a:pt x="501" y="2185"/>
                    </a:lnTo>
                    <a:lnTo>
                      <a:pt x="1072" y="2537"/>
                    </a:lnTo>
                    <a:cubicBezTo>
                      <a:pt x="1080" y="2542"/>
                      <a:pt x="1083" y="2549"/>
                      <a:pt x="1084" y="2556"/>
                    </a:cubicBezTo>
                    <a:cubicBezTo>
                      <a:pt x="1084" y="2563"/>
                      <a:pt x="1081" y="2571"/>
                      <a:pt x="1074" y="2575"/>
                    </a:cubicBezTo>
                    <a:lnTo>
                      <a:pt x="453" y="3012"/>
                    </a:lnTo>
                    <a:lnTo>
                      <a:pt x="1135" y="3597"/>
                    </a:lnTo>
                    <a:cubicBezTo>
                      <a:pt x="1141" y="3601"/>
                      <a:pt x="1144" y="3608"/>
                      <a:pt x="1144" y="3615"/>
                    </a:cubicBezTo>
                    <a:cubicBezTo>
                      <a:pt x="1144" y="3623"/>
                      <a:pt x="1141" y="3628"/>
                      <a:pt x="1135" y="3632"/>
                    </a:cubicBezTo>
                    <a:lnTo>
                      <a:pt x="380" y="4279"/>
                    </a:lnTo>
                    <a:lnTo>
                      <a:pt x="1212" y="4980"/>
                    </a:lnTo>
                    <a:cubicBezTo>
                      <a:pt x="1218" y="4984"/>
                      <a:pt x="1221" y="4991"/>
                      <a:pt x="1221" y="4997"/>
                    </a:cubicBezTo>
                    <a:cubicBezTo>
                      <a:pt x="1221" y="5005"/>
                      <a:pt x="1218" y="5010"/>
                      <a:pt x="1212" y="5015"/>
                    </a:cubicBezTo>
                    <a:lnTo>
                      <a:pt x="302" y="5758"/>
                    </a:lnTo>
                    <a:lnTo>
                      <a:pt x="1290" y="6396"/>
                    </a:lnTo>
                    <a:cubicBezTo>
                      <a:pt x="1297" y="6400"/>
                      <a:pt x="1300" y="6408"/>
                      <a:pt x="1300" y="6415"/>
                    </a:cubicBezTo>
                    <a:cubicBezTo>
                      <a:pt x="1300" y="6422"/>
                      <a:pt x="1295" y="6430"/>
                      <a:pt x="1290" y="6434"/>
                    </a:cubicBezTo>
                    <a:lnTo>
                      <a:pt x="233" y="7095"/>
                    </a:lnTo>
                    <a:lnTo>
                      <a:pt x="1367" y="7773"/>
                    </a:lnTo>
                    <a:cubicBezTo>
                      <a:pt x="1374" y="7777"/>
                      <a:pt x="1378" y="7785"/>
                      <a:pt x="1378" y="7793"/>
                    </a:cubicBezTo>
                    <a:cubicBezTo>
                      <a:pt x="1378" y="7802"/>
                      <a:pt x="1374" y="7809"/>
                      <a:pt x="1367" y="7814"/>
                    </a:cubicBezTo>
                    <a:lnTo>
                      <a:pt x="153" y="8537"/>
                    </a:lnTo>
                    <a:lnTo>
                      <a:pt x="1456" y="9355"/>
                    </a:lnTo>
                    <a:cubicBezTo>
                      <a:pt x="1463" y="9360"/>
                      <a:pt x="1467" y="9368"/>
                      <a:pt x="1466" y="9377"/>
                    </a:cubicBezTo>
                    <a:cubicBezTo>
                      <a:pt x="1466" y="9386"/>
                      <a:pt x="1460" y="9393"/>
                      <a:pt x="1453" y="9396"/>
                    </a:cubicBezTo>
                    <a:lnTo>
                      <a:pt x="35" y="10030"/>
                    </a:lnTo>
                    <a:cubicBezTo>
                      <a:pt x="31" y="10036"/>
                      <a:pt x="28" y="10037"/>
                      <a:pt x="25" y="1003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0" name="Google Shape;2350;p73"/>
              <p:cNvSpPr/>
              <p:nvPr/>
            </p:nvSpPr>
            <p:spPr>
              <a:xfrm>
                <a:off x="4394520" y="1817640"/>
                <a:ext cx="527040" cy="3612960"/>
              </a:xfrm>
              <a:custGeom>
                <a:avLst/>
                <a:gdLst/>
                <a:ahLst/>
                <a:cxnLst/>
                <a:rect l="l" t="t" r="r" b="b"/>
                <a:pathLst>
                  <a:path w="1464" h="10036" extrusionOk="0">
                    <a:moveTo>
                      <a:pt x="1439" y="10036"/>
                    </a:moveTo>
                    <a:cubicBezTo>
                      <a:pt x="1436" y="10036"/>
                      <a:pt x="1433" y="10036"/>
                      <a:pt x="1430" y="10035"/>
                    </a:cubicBezTo>
                    <a:lnTo>
                      <a:pt x="13" y="9401"/>
                    </a:lnTo>
                    <a:cubicBezTo>
                      <a:pt x="5" y="9398"/>
                      <a:pt x="0" y="9389"/>
                      <a:pt x="0" y="9382"/>
                    </a:cubicBezTo>
                    <a:cubicBezTo>
                      <a:pt x="0" y="9373"/>
                      <a:pt x="2" y="9366"/>
                      <a:pt x="10" y="9360"/>
                    </a:cubicBezTo>
                    <a:lnTo>
                      <a:pt x="1312" y="8541"/>
                    </a:lnTo>
                    <a:lnTo>
                      <a:pt x="99" y="7817"/>
                    </a:lnTo>
                    <a:cubicBezTo>
                      <a:pt x="91" y="7813"/>
                      <a:pt x="87" y="7806"/>
                      <a:pt x="87" y="7797"/>
                    </a:cubicBezTo>
                    <a:cubicBezTo>
                      <a:pt x="87" y="7788"/>
                      <a:pt x="91" y="7781"/>
                      <a:pt x="99" y="7776"/>
                    </a:cubicBezTo>
                    <a:lnTo>
                      <a:pt x="1232" y="7099"/>
                    </a:lnTo>
                    <a:lnTo>
                      <a:pt x="176" y="6437"/>
                    </a:lnTo>
                    <a:cubicBezTo>
                      <a:pt x="169" y="6433"/>
                      <a:pt x="166" y="6426"/>
                      <a:pt x="166" y="6418"/>
                    </a:cubicBezTo>
                    <a:cubicBezTo>
                      <a:pt x="166" y="6411"/>
                      <a:pt x="170" y="6402"/>
                      <a:pt x="176" y="6399"/>
                    </a:cubicBezTo>
                    <a:lnTo>
                      <a:pt x="1164" y="5761"/>
                    </a:lnTo>
                    <a:lnTo>
                      <a:pt x="253" y="5018"/>
                    </a:lnTo>
                    <a:cubicBezTo>
                      <a:pt x="247" y="5014"/>
                      <a:pt x="244" y="5009"/>
                      <a:pt x="244" y="5001"/>
                    </a:cubicBezTo>
                    <a:cubicBezTo>
                      <a:pt x="244" y="4994"/>
                      <a:pt x="247" y="4988"/>
                      <a:pt x="253" y="4983"/>
                    </a:cubicBezTo>
                    <a:lnTo>
                      <a:pt x="1085" y="4282"/>
                    </a:lnTo>
                    <a:lnTo>
                      <a:pt x="330" y="3635"/>
                    </a:lnTo>
                    <a:cubicBezTo>
                      <a:pt x="324" y="3631"/>
                      <a:pt x="322" y="3625"/>
                      <a:pt x="322" y="3618"/>
                    </a:cubicBezTo>
                    <a:cubicBezTo>
                      <a:pt x="322" y="3611"/>
                      <a:pt x="324" y="3605"/>
                      <a:pt x="330" y="3600"/>
                    </a:cubicBezTo>
                    <a:lnTo>
                      <a:pt x="1012" y="3016"/>
                    </a:lnTo>
                    <a:lnTo>
                      <a:pt x="391" y="2579"/>
                    </a:lnTo>
                    <a:cubicBezTo>
                      <a:pt x="386" y="2574"/>
                      <a:pt x="381" y="2567"/>
                      <a:pt x="381" y="2560"/>
                    </a:cubicBezTo>
                    <a:cubicBezTo>
                      <a:pt x="381" y="2552"/>
                      <a:pt x="386" y="2545"/>
                      <a:pt x="393" y="2541"/>
                    </a:cubicBezTo>
                    <a:lnTo>
                      <a:pt x="964" y="2188"/>
                    </a:lnTo>
                    <a:lnTo>
                      <a:pt x="434" y="1767"/>
                    </a:lnTo>
                    <a:cubicBezTo>
                      <a:pt x="428" y="1763"/>
                      <a:pt x="425" y="1755"/>
                      <a:pt x="425" y="1748"/>
                    </a:cubicBezTo>
                    <a:cubicBezTo>
                      <a:pt x="425" y="1741"/>
                      <a:pt x="428" y="1733"/>
                      <a:pt x="434" y="1729"/>
                    </a:cubicBezTo>
                    <a:lnTo>
                      <a:pt x="917" y="1362"/>
                    </a:lnTo>
                    <a:lnTo>
                      <a:pt x="475" y="1011"/>
                    </a:lnTo>
                    <a:cubicBezTo>
                      <a:pt x="469" y="1006"/>
                      <a:pt x="466" y="999"/>
                      <a:pt x="466" y="992"/>
                    </a:cubicBezTo>
                    <a:cubicBezTo>
                      <a:pt x="466" y="984"/>
                      <a:pt x="469" y="977"/>
                      <a:pt x="475" y="973"/>
                    </a:cubicBezTo>
                    <a:lnTo>
                      <a:pt x="878" y="676"/>
                    </a:lnTo>
                    <a:lnTo>
                      <a:pt x="509" y="380"/>
                    </a:lnTo>
                    <a:cubicBezTo>
                      <a:pt x="504" y="375"/>
                      <a:pt x="501" y="369"/>
                      <a:pt x="501" y="362"/>
                    </a:cubicBezTo>
                    <a:cubicBezTo>
                      <a:pt x="501" y="354"/>
                      <a:pt x="504" y="349"/>
                      <a:pt x="508" y="345"/>
                    </a:cubicBezTo>
                    <a:lnTo>
                      <a:pt x="864" y="7"/>
                    </a:lnTo>
                    <a:cubicBezTo>
                      <a:pt x="872" y="-2"/>
                      <a:pt x="887" y="-2"/>
                      <a:pt x="897" y="8"/>
                    </a:cubicBezTo>
                    <a:cubicBezTo>
                      <a:pt x="906" y="17"/>
                      <a:pt x="906" y="32"/>
                      <a:pt x="896" y="42"/>
                    </a:cubicBezTo>
                    <a:lnTo>
                      <a:pt x="559" y="362"/>
                    </a:lnTo>
                    <a:lnTo>
                      <a:pt x="931" y="660"/>
                    </a:lnTo>
                    <a:cubicBezTo>
                      <a:pt x="936" y="664"/>
                      <a:pt x="939" y="670"/>
                      <a:pt x="939" y="678"/>
                    </a:cubicBezTo>
                    <a:cubicBezTo>
                      <a:pt x="939" y="685"/>
                      <a:pt x="936" y="693"/>
                      <a:pt x="931" y="697"/>
                    </a:cubicBezTo>
                    <a:lnTo>
                      <a:pt x="527" y="995"/>
                    </a:lnTo>
                    <a:lnTo>
                      <a:pt x="970" y="1346"/>
                    </a:lnTo>
                    <a:cubicBezTo>
                      <a:pt x="976" y="1350"/>
                      <a:pt x="979" y="1357"/>
                      <a:pt x="979" y="1365"/>
                    </a:cubicBezTo>
                    <a:cubicBezTo>
                      <a:pt x="979" y="1372"/>
                      <a:pt x="976" y="1379"/>
                      <a:pt x="970" y="1384"/>
                    </a:cubicBezTo>
                    <a:lnTo>
                      <a:pt x="486" y="1751"/>
                    </a:lnTo>
                    <a:lnTo>
                      <a:pt x="1017" y="2171"/>
                    </a:lnTo>
                    <a:cubicBezTo>
                      <a:pt x="1022" y="2175"/>
                      <a:pt x="1025" y="2181"/>
                      <a:pt x="1025" y="2189"/>
                    </a:cubicBezTo>
                    <a:cubicBezTo>
                      <a:pt x="1025" y="2196"/>
                      <a:pt x="1021" y="2204"/>
                      <a:pt x="1014" y="2208"/>
                    </a:cubicBezTo>
                    <a:lnTo>
                      <a:pt x="444" y="2560"/>
                    </a:lnTo>
                    <a:lnTo>
                      <a:pt x="1060" y="2994"/>
                    </a:lnTo>
                    <a:cubicBezTo>
                      <a:pt x="1066" y="2998"/>
                      <a:pt x="1070" y="3003"/>
                      <a:pt x="1070" y="3011"/>
                    </a:cubicBezTo>
                    <a:cubicBezTo>
                      <a:pt x="1070" y="3018"/>
                      <a:pt x="1068" y="3026"/>
                      <a:pt x="1062" y="3030"/>
                    </a:cubicBezTo>
                    <a:lnTo>
                      <a:pt x="378" y="3618"/>
                    </a:lnTo>
                    <a:lnTo>
                      <a:pt x="1133" y="4265"/>
                    </a:lnTo>
                    <a:cubicBezTo>
                      <a:pt x="1139" y="4269"/>
                      <a:pt x="1142" y="4275"/>
                      <a:pt x="1142" y="4282"/>
                    </a:cubicBezTo>
                    <a:cubicBezTo>
                      <a:pt x="1142" y="4290"/>
                      <a:pt x="1139" y="4295"/>
                      <a:pt x="1133" y="4300"/>
                    </a:cubicBezTo>
                    <a:lnTo>
                      <a:pt x="303" y="5001"/>
                    </a:lnTo>
                    <a:lnTo>
                      <a:pt x="1216" y="5747"/>
                    </a:lnTo>
                    <a:cubicBezTo>
                      <a:pt x="1222" y="5751"/>
                      <a:pt x="1225" y="5759"/>
                      <a:pt x="1225" y="5766"/>
                    </a:cubicBezTo>
                    <a:cubicBezTo>
                      <a:pt x="1225" y="5774"/>
                      <a:pt x="1221" y="5780"/>
                      <a:pt x="1215" y="5783"/>
                    </a:cubicBezTo>
                    <a:lnTo>
                      <a:pt x="231" y="6418"/>
                    </a:lnTo>
                    <a:lnTo>
                      <a:pt x="1289" y="7081"/>
                    </a:lnTo>
                    <a:cubicBezTo>
                      <a:pt x="1296" y="7086"/>
                      <a:pt x="1301" y="7093"/>
                      <a:pt x="1299" y="7102"/>
                    </a:cubicBezTo>
                    <a:cubicBezTo>
                      <a:pt x="1299" y="7110"/>
                      <a:pt x="1295" y="7118"/>
                      <a:pt x="1288" y="7121"/>
                    </a:cubicBezTo>
                    <a:lnTo>
                      <a:pt x="157" y="7797"/>
                    </a:lnTo>
                    <a:lnTo>
                      <a:pt x="1371" y="8518"/>
                    </a:lnTo>
                    <a:cubicBezTo>
                      <a:pt x="1378" y="8522"/>
                      <a:pt x="1382" y="8530"/>
                      <a:pt x="1382" y="8537"/>
                    </a:cubicBezTo>
                    <a:cubicBezTo>
                      <a:pt x="1382" y="8546"/>
                      <a:pt x="1378" y="8553"/>
                      <a:pt x="1372" y="8557"/>
                    </a:cubicBezTo>
                    <a:lnTo>
                      <a:pt x="74" y="9373"/>
                    </a:lnTo>
                    <a:lnTo>
                      <a:pt x="1451" y="9990"/>
                    </a:lnTo>
                    <a:cubicBezTo>
                      <a:pt x="1462" y="9995"/>
                      <a:pt x="1468" y="10009"/>
                      <a:pt x="1462" y="10020"/>
                    </a:cubicBezTo>
                    <a:cubicBezTo>
                      <a:pt x="1457" y="10030"/>
                      <a:pt x="1449" y="10036"/>
                      <a:pt x="1439" y="1003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1" name="Google Shape;2351;p73"/>
              <p:cNvSpPr/>
              <p:nvPr/>
            </p:nvSpPr>
            <p:spPr>
              <a:xfrm>
                <a:off x="4150440" y="2053080"/>
                <a:ext cx="1001160" cy="136800"/>
              </a:xfrm>
              <a:custGeom>
                <a:avLst/>
                <a:gdLst/>
                <a:ahLst/>
                <a:cxnLst/>
                <a:rect l="l" t="t" r="r" b="b"/>
                <a:pathLst>
                  <a:path w="2781" h="380" extrusionOk="0">
                    <a:moveTo>
                      <a:pt x="1391" y="379"/>
                    </a:moveTo>
                    <a:cubicBezTo>
                      <a:pt x="1390" y="379"/>
                      <a:pt x="1389" y="379"/>
                      <a:pt x="1387" y="379"/>
                    </a:cubicBezTo>
                    <a:lnTo>
                      <a:pt x="19" y="135"/>
                    </a:lnTo>
                    <a:cubicBezTo>
                      <a:pt x="7" y="134"/>
                      <a:pt x="0" y="124"/>
                      <a:pt x="0" y="112"/>
                    </a:cubicBezTo>
                    <a:lnTo>
                      <a:pt x="0" y="23"/>
                    </a:lnTo>
                    <a:cubicBezTo>
                      <a:pt x="0" y="10"/>
                      <a:pt x="10" y="0"/>
                      <a:pt x="23" y="0"/>
                    </a:cubicBezTo>
                    <a:lnTo>
                      <a:pt x="2757" y="0"/>
                    </a:lnTo>
                    <a:cubicBezTo>
                      <a:pt x="2770" y="0"/>
                      <a:pt x="2781" y="10"/>
                      <a:pt x="2781" y="23"/>
                    </a:cubicBezTo>
                    <a:lnTo>
                      <a:pt x="2781" y="113"/>
                    </a:lnTo>
                    <a:cubicBezTo>
                      <a:pt x="2781" y="125"/>
                      <a:pt x="2772" y="134"/>
                      <a:pt x="2762" y="137"/>
                    </a:cubicBezTo>
                    <a:lnTo>
                      <a:pt x="1394" y="380"/>
                    </a:lnTo>
                    <a:cubicBezTo>
                      <a:pt x="1394" y="379"/>
                      <a:pt x="1393" y="379"/>
                      <a:pt x="1391" y="379"/>
                    </a:cubicBezTo>
                    <a:moveTo>
                      <a:pt x="47" y="93"/>
                    </a:moveTo>
                    <a:lnTo>
                      <a:pt x="1391" y="332"/>
                    </a:lnTo>
                    <a:lnTo>
                      <a:pt x="2735" y="93"/>
                    </a:lnTo>
                    <a:lnTo>
                      <a:pt x="2735" y="45"/>
                    </a:lnTo>
                    <a:lnTo>
                      <a:pt x="47" y="45"/>
                    </a:lnTo>
                    <a:lnTo>
                      <a:pt x="47" y="9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2" name="Google Shape;2352;p73"/>
              <p:cNvSpPr/>
              <p:nvPr/>
            </p:nvSpPr>
            <p:spPr>
              <a:xfrm>
                <a:off x="4150800" y="2053080"/>
                <a:ext cx="429840" cy="18468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513" extrusionOk="0">
                    <a:moveTo>
                      <a:pt x="24" y="513"/>
                    </a:moveTo>
                    <a:cubicBezTo>
                      <a:pt x="11" y="513"/>
                      <a:pt x="0" y="502"/>
                      <a:pt x="0" y="489"/>
                    </a:cubicBezTo>
                    <a:lnTo>
                      <a:pt x="0" y="23"/>
                    </a:lnTo>
                    <a:cubicBezTo>
                      <a:pt x="0" y="14"/>
                      <a:pt x="5" y="7"/>
                      <a:pt x="12" y="3"/>
                    </a:cubicBezTo>
                    <a:cubicBezTo>
                      <a:pt x="19" y="-2"/>
                      <a:pt x="30" y="0"/>
                      <a:pt x="35" y="4"/>
                    </a:cubicBezTo>
                    <a:lnTo>
                      <a:pt x="204" y="118"/>
                    </a:lnTo>
                    <a:lnTo>
                      <a:pt x="429" y="3"/>
                    </a:lnTo>
                    <a:cubicBezTo>
                      <a:pt x="439" y="-2"/>
                      <a:pt x="451" y="0"/>
                      <a:pt x="458" y="8"/>
                    </a:cubicBezTo>
                    <a:lnTo>
                      <a:pt x="596" y="183"/>
                    </a:lnTo>
                    <a:lnTo>
                      <a:pt x="879" y="4"/>
                    </a:lnTo>
                    <a:cubicBezTo>
                      <a:pt x="888" y="-2"/>
                      <a:pt x="901" y="0"/>
                      <a:pt x="908" y="7"/>
                    </a:cubicBezTo>
                    <a:lnTo>
                      <a:pt x="1188" y="301"/>
                    </a:lnTo>
                    <a:cubicBezTo>
                      <a:pt x="1197" y="310"/>
                      <a:pt x="1197" y="325"/>
                      <a:pt x="1186" y="335"/>
                    </a:cubicBezTo>
                    <a:cubicBezTo>
                      <a:pt x="1178" y="344"/>
                      <a:pt x="1163" y="344"/>
                      <a:pt x="1153" y="333"/>
                    </a:cubicBezTo>
                    <a:lnTo>
                      <a:pt x="886" y="52"/>
                    </a:lnTo>
                    <a:lnTo>
                      <a:pt x="602" y="233"/>
                    </a:lnTo>
                    <a:cubicBezTo>
                      <a:pt x="592" y="239"/>
                      <a:pt x="579" y="237"/>
                      <a:pt x="572" y="227"/>
                    </a:cubicBezTo>
                    <a:lnTo>
                      <a:pt x="433" y="51"/>
                    </a:lnTo>
                    <a:lnTo>
                      <a:pt x="215" y="164"/>
                    </a:lnTo>
                    <a:cubicBezTo>
                      <a:pt x="207" y="169"/>
                      <a:pt x="199" y="167"/>
                      <a:pt x="191" y="163"/>
                    </a:cubicBezTo>
                    <a:lnTo>
                      <a:pt x="47" y="65"/>
                    </a:lnTo>
                    <a:lnTo>
                      <a:pt x="47" y="488"/>
                    </a:lnTo>
                    <a:cubicBezTo>
                      <a:pt x="46" y="502"/>
                      <a:pt x="35" y="513"/>
                      <a:pt x="24" y="51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3" name="Google Shape;2353;p73"/>
              <p:cNvSpPr/>
              <p:nvPr/>
            </p:nvSpPr>
            <p:spPr>
              <a:xfrm>
                <a:off x="4722120" y="2052360"/>
                <a:ext cx="429840" cy="18540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515" extrusionOk="0">
                    <a:moveTo>
                      <a:pt x="1171" y="515"/>
                    </a:moveTo>
                    <a:cubicBezTo>
                      <a:pt x="1158" y="515"/>
                      <a:pt x="1147" y="504"/>
                      <a:pt x="1147" y="491"/>
                    </a:cubicBezTo>
                    <a:lnTo>
                      <a:pt x="1147" y="69"/>
                    </a:lnTo>
                    <a:lnTo>
                      <a:pt x="1004" y="166"/>
                    </a:lnTo>
                    <a:cubicBezTo>
                      <a:pt x="997" y="171"/>
                      <a:pt x="988" y="172"/>
                      <a:pt x="981" y="168"/>
                    </a:cubicBezTo>
                    <a:lnTo>
                      <a:pt x="762" y="54"/>
                    </a:lnTo>
                    <a:lnTo>
                      <a:pt x="624" y="230"/>
                    </a:lnTo>
                    <a:cubicBezTo>
                      <a:pt x="617" y="239"/>
                      <a:pt x="603" y="242"/>
                      <a:pt x="593" y="236"/>
                    </a:cubicBezTo>
                    <a:lnTo>
                      <a:pt x="308" y="54"/>
                    </a:lnTo>
                    <a:lnTo>
                      <a:pt x="41" y="334"/>
                    </a:lnTo>
                    <a:cubicBezTo>
                      <a:pt x="32" y="343"/>
                      <a:pt x="18" y="344"/>
                      <a:pt x="7" y="335"/>
                    </a:cubicBezTo>
                    <a:cubicBezTo>
                      <a:pt x="-1" y="327"/>
                      <a:pt x="-3" y="312"/>
                      <a:pt x="6" y="302"/>
                    </a:cubicBezTo>
                    <a:lnTo>
                      <a:pt x="286" y="8"/>
                    </a:lnTo>
                    <a:cubicBezTo>
                      <a:pt x="293" y="0"/>
                      <a:pt x="306" y="-3"/>
                      <a:pt x="315" y="5"/>
                    </a:cubicBezTo>
                    <a:lnTo>
                      <a:pt x="598" y="184"/>
                    </a:lnTo>
                    <a:lnTo>
                      <a:pt x="736" y="9"/>
                    </a:lnTo>
                    <a:cubicBezTo>
                      <a:pt x="743" y="0"/>
                      <a:pt x="755" y="-3"/>
                      <a:pt x="765" y="3"/>
                    </a:cubicBezTo>
                    <a:lnTo>
                      <a:pt x="990" y="118"/>
                    </a:lnTo>
                    <a:lnTo>
                      <a:pt x="1158" y="5"/>
                    </a:lnTo>
                    <a:cubicBezTo>
                      <a:pt x="1165" y="0"/>
                      <a:pt x="1174" y="-1"/>
                      <a:pt x="1181" y="3"/>
                    </a:cubicBezTo>
                    <a:cubicBezTo>
                      <a:pt x="1188" y="8"/>
                      <a:pt x="1193" y="15"/>
                      <a:pt x="1193" y="24"/>
                    </a:cubicBezTo>
                    <a:lnTo>
                      <a:pt x="1193" y="490"/>
                    </a:lnTo>
                    <a:cubicBezTo>
                      <a:pt x="1194" y="504"/>
                      <a:pt x="1182" y="515"/>
                      <a:pt x="1171" y="5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4" name="Google Shape;2354;p73"/>
              <p:cNvSpPr/>
              <p:nvPr/>
            </p:nvSpPr>
            <p:spPr>
              <a:xfrm>
                <a:off x="4102200" y="3223800"/>
                <a:ext cx="1098360" cy="148680"/>
              </a:xfrm>
              <a:custGeom>
                <a:avLst/>
                <a:gdLst/>
                <a:ahLst/>
                <a:cxnLst/>
                <a:rect l="l" t="t" r="r" b="b"/>
                <a:pathLst>
                  <a:path w="3051" h="413" extrusionOk="0">
                    <a:moveTo>
                      <a:pt x="3028" y="413"/>
                    </a:moveTo>
                    <a:lnTo>
                      <a:pt x="23" y="413"/>
                    </a:lnTo>
                    <a:cubicBezTo>
                      <a:pt x="10" y="413"/>
                      <a:pt x="0" y="403"/>
                      <a:pt x="0" y="389"/>
                    </a:cubicBezTo>
                    <a:lnTo>
                      <a:pt x="0" y="290"/>
                    </a:lnTo>
                    <a:cubicBezTo>
                      <a:pt x="0" y="279"/>
                      <a:pt x="9" y="270"/>
                      <a:pt x="19" y="267"/>
                    </a:cubicBezTo>
                    <a:lnTo>
                      <a:pt x="1521" y="0"/>
                    </a:lnTo>
                    <a:cubicBezTo>
                      <a:pt x="1524" y="0"/>
                      <a:pt x="1527" y="0"/>
                      <a:pt x="1530" y="0"/>
                    </a:cubicBezTo>
                    <a:lnTo>
                      <a:pt x="3031" y="267"/>
                    </a:lnTo>
                    <a:cubicBezTo>
                      <a:pt x="3043" y="268"/>
                      <a:pt x="3050" y="279"/>
                      <a:pt x="3050" y="290"/>
                    </a:cubicBezTo>
                    <a:lnTo>
                      <a:pt x="3050" y="389"/>
                    </a:lnTo>
                    <a:cubicBezTo>
                      <a:pt x="3051" y="403"/>
                      <a:pt x="3040" y="413"/>
                      <a:pt x="3028" y="413"/>
                    </a:cubicBezTo>
                    <a:moveTo>
                      <a:pt x="47" y="368"/>
                    </a:moveTo>
                    <a:lnTo>
                      <a:pt x="3005" y="368"/>
                    </a:lnTo>
                    <a:lnTo>
                      <a:pt x="3005" y="311"/>
                    </a:lnTo>
                    <a:lnTo>
                      <a:pt x="1525" y="48"/>
                    </a:lnTo>
                    <a:lnTo>
                      <a:pt x="45" y="311"/>
                    </a:lnTo>
                    <a:lnTo>
                      <a:pt x="45" y="368"/>
                    </a:lnTo>
                    <a:lnTo>
                      <a:pt x="47" y="36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5" name="Google Shape;2355;p73"/>
              <p:cNvSpPr/>
              <p:nvPr/>
            </p:nvSpPr>
            <p:spPr>
              <a:xfrm>
                <a:off x="4102200" y="3249720"/>
                <a:ext cx="416520" cy="279360"/>
              </a:xfrm>
              <a:custGeom>
                <a:avLst/>
                <a:gdLst/>
                <a:ahLst/>
                <a:cxnLst/>
                <a:rect l="l" t="t" r="r" b="b"/>
                <a:pathLst>
                  <a:path w="1157" h="776" extrusionOk="0">
                    <a:moveTo>
                      <a:pt x="23" y="776"/>
                    </a:moveTo>
                    <a:cubicBezTo>
                      <a:pt x="10" y="776"/>
                      <a:pt x="0" y="766"/>
                      <a:pt x="0" y="753"/>
                    </a:cubicBezTo>
                    <a:lnTo>
                      <a:pt x="0" y="317"/>
                    </a:lnTo>
                    <a:cubicBezTo>
                      <a:pt x="0" y="309"/>
                      <a:pt x="4" y="301"/>
                      <a:pt x="12" y="297"/>
                    </a:cubicBezTo>
                    <a:lnTo>
                      <a:pt x="229" y="173"/>
                    </a:lnTo>
                    <a:cubicBezTo>
                      <a:pt x="236" y="169"/>
                      <a:pt x="245" y="169"/>
                      <a:pt x="252" y="173"/>
                    </a:cubicBezTo>
                    <a:lnTo>
                      <a:pt x="452" y="288"/>
                    </a:lnTo>
                    <a:lnTo>
                      <a:pt x="629" y="93"/>
                    </a:lnTo>
                    <a:cubicBezTo>
                      <a:pt x="634" y="89"/>
                      <a:pt x="640" y="86"/>
                      <a:pt x="645" y="86"/>
                    </a:cubicBezTo>
                    <a:cubicBezTo>
                      <a:pt x="651" y="86"/>
                      <a:pt x="657" y="87"/>
                      <a:pt x="661" y="92"/>
                    </a:cubicBezTo>
                    <a:lnTo>
                      <a:pt x="873" y="285"/>
                    </a:lnTo>
                    <a:lnTo>
                      <a:pt x="1117" y="7"/>
                    </a:lnTo>
                    <a:cubicBezTo>
                      <a:pt x="1126" y="-3"/>
                      <a:pt x="1141" y="-3"/>
                      <a:pt x="1150" y="6"/>
                    </a:cubicBezTo>
                    <a:cubicBezTo>
                      <a:pt x="1160" y="14"/>
                      <a:pt x="1160" y="29"/>
                      <a:pt x="1151" y="38"/>
                    </a:cubicBezTo>
                    <a:lnTo>
                      <a:pt x="890" y="335"/>
                    </a:lnTo>
                    <a:cubicBezTo>
                      <a:pt x="886" y="339"/>
                      <a:pt x="880" y="342"/>
                      <a:pt x="874" y="342"/>
                    </a:cubicBezTo>
                    <a:cubicBezTo>
                      <a:pt x="868" y="342"/>
                      <a:pt x="863" y="341"/>
                      <a:pt x="857" y="336"/>
                    </a:cubicBezTo>
                    <a:lnTo>
                      <a:pt x="645" y="143"/>
                    </a:lnTo>
                    <a:lnTo>
                      <a:pt x="471" y="335"/>
                    </a:lnTo>
                    <a:cubicBezTo>
                      <a:pt x="463" y="344"/>
                      <a:pt x="452" y="345"/>
                      <a:pt x="441" y="339"/>
                    </a:cubicBezTo>
                    <a:lnTo>
                      <a:pt x="237" y="221"/>
                    </a:lnTo>
                    <a:lnTo>
                      <a:pt x="44" y="332"/>
                    </a:lnTo>
                    <a:lnTo>
                      <a:pt x="44" y="753"/>
                    </a:lnTo>
                    <a:cubicBezTo>
                      <a:pt x="47" y="766"/>
                      <a:pt x="35" y="776"/>
                      <a:pt x="23" y="77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6" name="Google Shape;2356;p73"/>
              <p:cNvSpPr/>
              <p:nvPr/>
            </p:nvSpPr>
            <p:spPr>
              <a:xfrm>
                <a:off x="4783320" y="3249360"/>
                <a:ext cx="416880" cy="279720"/>
              </a:xfrm>
              <a:custGeom>
                <a:avLst/>
                <a:gdLst/>
                <a:ahLst/>
                <a:cxnLst/>
                <a:rect l="l" t="t" r="r" b="b"/>
                <a:pathLst>
                  <a:path w="1158" h="777" extrusionOk="0">
                    <a:moveTo>
                      <a:pt x="1136" y="777"/>
                    </a:moveTo>
                    <a:cubicBezTo>
                      <a:pt x="1123" y="777"/>
                      <a:pt x="1113" y="767"/>
                      <a:pt x="1113" y="754"/>
                    </a:cubicBezTo>
                    <a:lnTo>
                      <a:pt x="1113" y="333"/>
                    </a:lnTo>
                    <a:lnTo>
                      <a:pt x="920" y="222"/>
                    </a:lnTo>
                    <a:lnTo>
                      <a:pt x="716" y="340"/>
                    </a:lnTo>
                    <a:cubicBezTo>
                      <a:pt x="707" y="346"/>
                      <a:pt x="694" y="343"/>
                      <a:pt x="687" y="336"/>
                    </a:cubicBezTo>
                    <a:lnTo>
                      <a:pt x="512" y="144"/>
                    </a:lnTo>
                    <a:lnTo>
                      <a:pt x="301" y="336"/>
                    </a:lnTo>
                    <a:cubicBezTo>
                      <a:pt x="296" y="340"/>
                      <a:pt x="291" y="342"/>
                      <a:pt x="283" y="342"/>
                    </a:cubicBezTo>
                    <a:cubicBezTo>
                      <a:pt x="278" y="342"/>
                      <a:pt x="272" y="339"/>
                      <a:pt x="267" y="334"/>
                    </a:cubicBezTo>
                    <a:lnTo>
                      <a:pt x="6" y="37"/>
                    </a:lnTo>
                    <a:cubicBezTo>
                      <a:pt x="-2" y="27"/>
                      <a:pt x="-1" y="12"/>
                      <a:pt x="8" y="5"/>
                    </a:cubicBezTo>
                    <a:cubicBezTo>
                      <a:pt x="18" y="-4"/>
                      <a:pt x="33" y="-2"/>
                      <a:pt x="40" y="7"/>
                    </a:cubicBezTo>
                    <a:lnTo>
                      <a:pt x="285" y="285"/>
                    </a:lnTo>
                    <a:lnTo>
                      <a:pt x="496" y="91"/>
                    </a:lnTo>
                    <a:cubicBezTo>
                      <a:pt x="500" y="87"/>
                      <a:pt x="506" y="85"/>
                      <a:pt x="512" y="85"/>
                    </a:cubicBezTo>
                    <a:cubicBezTo>
                      <a:pt x="518" y="85"/>
                      <a:pt x="524" y="88"/>
                      <a:pt x="528" y="93"/>
                    </a:cubicBezTo>
                    <a:lnTo>
                      <a:pt x="706" y="288"/>
                    </a:lnTo>
                    <a:lnTo>
                      <a:pt x="906" y="173"/>
                    </a:lnTo>
                    <a:cubicBezTo>
                      <a:pt x="913" y="168"/>
                      <a:pt x="922" y="168"/>
                      <a:pt x="929" y="173"/>
                    </a:cubicBezTo>
                    <a:lnTo>
                      <a:pt x="1145" y="297"/>
                    </a:lnTo>
                    <a:cubicBezTo>
                      <a:pt x="1152" y="301"/>
                      <a:pt x="1157" y="308"/>
                      <a:pt x="1157" y="317"/>
                    </a:cubicBezTo>
                    <a:lnTo>
                      <a:pt x="1157" y="753"/>
                    </a:lnTo>
                    <a:cubicBezTo>
                      <a:pt x="1159" y="767"/>
                      <a:pt x="1148" y="777"/>
                      <a:pt x="1136" y="77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7" name="Google Shape;2357;p73"/>
              <p:cNvSpPr/>
              <p:nvPr/>
            </p:nvSpPr>
            <p:spPr>
              <a:xfrm>
                <a:off x="3900240" y="2660760"/>
                <a:ext cx="1501920" cy="163800"/>
              </a:xfrm>
              <a:custGeom>
                <a:avLst/>
                <a:gdLst/>
                <a:ahLst/>
                <a:cxnLst/>
                <a:rect l="l" t="t" r="r" b="b"/>
                <a:pathLst>
                  <a:path w="4172" h="455" extrusionOk="0">
                    <a:moveTo>
                      <a:pt x="4149" y="455"/>
                    </a:moveTo>
                    <a:lnTo>
                      <a:pt x="23" y="455"/>
                    </a:lnTo>
                    <a:cubicBezTo>
                      <a:pt x="10" y="455"/>
                      <a:pt x="0" y="445"/>
                      <a:pt x="0" y="432"/>
                    </a:cubicBezTo>
                    <a:lnTo>
                      <a:pt x="0" y="296"/>
                    </a:lnTo>
                    <a:cubicBezTo>
                      <a:pt x="0" y="285"/>
                      <a:pt x="9" y="274"/>
                      <a:pt x="20" y="273"/>
                    </a:cubicBezTo>
                    <a:lnTo>
                      <a:pt x="2084" y="0"/>
                    </a:lnTo>
                    <a:cubicBezTo>
                      <a:pt x="2085" y="0"/>
                      <a:pt x="2088" y="0"/>
                      <a:pt x="2089" y="0"/>
                    </a:cubicBezTo>
                    <a:lnTo>
                      <a:pt x="4152" y="273"/>
                    </a:lnTo>
                    <a:cubicBezTo>
                      <a:pt x="4163" y="274"/>
                      <a:pt x="4172" y="285"/>
                      <a:pt x="4172" y="296"/>
                    </a:cubicBezTo>
                    <a:lnTo>
                      <a:pt x="4172" y="432"/>
                    </a:lnTo>
                    <a:cubicBezTo>
                      <a:pt x="4172" y="445"/>
                      <a:pt x="4162" y="455"/>
                      <a:pt x="4149" y="455"/>
                    </a:cubicBezTo>
                    <a:moveTo>
                      <a:pt x="47" y="408"/>
                    </a:moveTo>
                    <a:lnTo>
                      <a:pt x="4125" y="408"/>
                    </a:lnTo>
                    <a:lnTo>
                      <a:pt x="4125" y="317"/>
                    </a:lnTo>
                    <a:lnTo>
                      <a:pt x="2086" y="47"/>
                    </a:lnTo>
                    <a:lnTo>
                      <a:pt x="47" y="317"/>
                    </a:lnTo>
                    <a:lnTo>
                      <a:pt x="47" y="40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8" name="Google Shape;2358;p73"/>
              <p:cNvSpPr/>
              <p:nvPr/>
            </p:nvSpPr>
            <p:spPr>
              <a:xfrm>
                <a:off x="3900240" y="2675160"/>
                <a:ext cx="650880" cy="278280"/>
              </a:xfrm>
              <a:custGeom>
                <a:avLst/>
                <a:gdLst/>
                <a:ahLst/>
                <a:cxnLst/>
                <a:rect l="l" t="t" r="r" b="b"/>
                <a:pathLst>
                  <a:path w="1808" h="773" extrusionOk="0">
                    <a:moveTo>
                      <a:pt x="23" y="773"/>
                    </a:moveTo>
                    <a:cubicBezTo>
                      <a:pt x="10" y="773"/>
                      <a:pt x="0" y="762"/>
                      <a:pt x="0" y="749"/>
                    </a:cubicBezTo>
                    <a:lnTo>
                      <a:pt x="0" y="256"/>
                    </a:lnTo>
                    <a:cubicBezTo>
                      <a:pt x="0" y="248"/>
                      <a:pt x="4" y="240"/>
                      <a:pt x="12" y="236"/>
                    </a:cubicBezTo>
                    <a:cubicBezTo>
                      <a:pt x="19" y="231"/>
                      <a:pt x="28" y="231"/>
                      <a:pt x="35" y="236"/>
                    </a:cubicBezTo>
                    <a:lnTo>
                      <a:pt x="267" y="364"/>
                    </a:lnTo>
                    <a:lnTo>
                      <a:pt x="526" y="169"/>
                    </a:lnTo>
                    <a:cubicBezTo>
                      <a:pt x="535" y="163"/>
                      <a:pt x="545" y="163"/>
                      <a:pt x="554" y="169"/>
                    </a:cubicBezTo>
                    <a:lnTo>
                      <a:pt x="822" y="363"/>
                    </a:lnTo>
                    <a:lnTo>
                      <a:pt x="1126" y="92"/>
                    </a:lnTo>
                    <a:cubicBezTo>
                      <a:pt x="1135" y="84"/>
                      <a:pt x="1148" y="84"/>
                      <a:pt x="1157" y="92"/>
                    </a:cubicBezTo>
                    <a:lnTo>
                      <a:pt x="1460" y="360"/>
                    </a:lnTo>
                    <a:lnTo>
                      <a:pt x="1769" y="9"/>
                    </a:lnTo>
                    <a:cubicBezTo>
                      <a:pt x="1778" y="-2"/>
                      <a:pt x="1792" y="-2"/>
                      <a:pt x="1801" y="7"/>
                    </a:cubicBezTo>
                    <a:cubicBezTo>
                      <a:pt x="1811" y="16"/>
                      <a:pt x="1811" y="30"/>
                      <a:pt x="1802" y="39"/>
                    </a:cubicBezTo>
                    <a:lnTo>
                      <a:pt x="1479" y="408"/>
                    </a:lnTo>
                    <a:cubicBezTo>
                      <a:pt x="1475" y="412"/>
                      <a:pt x="1469" y="415"/>
                      <a:pt x="1463" y="415"/>
                    </a:cubicBezTo>
                    <a:cubicBezTo>
                      <a:pt x="1457" y="415"/>
                      <a:pt x="1451" y="414"/>
                      <a:pt x="1445" y="409"/>
                    </a:cubicBezTo>
                    <a:lnTo>
                      <a:pt x="1141" y="140"/>
                    </a:lnTo>
                    <a:lnTo>
                      <a:pt x="838" y="409"/>
                    </a:lnTo>
                    <a:cubicBezTo>
                      <a:pt x="829" y="417"/>
                      <a:pt x="817" y="417"/>
                      <a:pt x="809" y="411"/>
                    </a:cubicBezTo>
                    <a:lnTo>
                      <a:pt x="539" y="217"/>
                    </a:lnTo>
                    <a:lnTo>
                      <a:pt x="281" y="411"/>
                    </a:lnTo>
                    <a:cubicBezTo>
                      <a:pt x="274" y="417"/>
                      <a:pt x="264" y="417"/>
                      <a:pt x="256" y="412"/>
                    </a:cubicBezTo>
                    <a:lnTo>
                      <a:pt x="45" y="296"/>
                    </a:lnTo>
                    <a:lnTo>
                      <a:pt x="45" y="749"/>
                    </a:lnTo>
                    <a:cubicBezTo>
                      <a:pt x="47" y="762"/>
                      <a:pt x="36" y="773"/>
                      <a:pt x="23" y="77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9" name="Google Shape;2359;p73"/>
              <p:cNvSpPr/>
              <p:nvPr/>
            </p:nvSpPr>
            <p:spPr>
              <a:xfrm>
                <a:off x="3899880" y="2691720"/>
                <a:ext cx="643320" cy="132840"/>
              </a:xfrm>
              <a:custGeom>
                <a:avLst/>
                <a:gdLst/>
                <a:ahLst/>
                <a:cxnLst/>
                <a:rect l="l" t="t" r="r" b="b"/>
                <a:pathLst>
                  <a:path w="1787" h="369" extrusionOk="0">
                    <a:moveTo>
                      <a:pt x="24" y="369"/>
                    </a:moveTo>
                    <a:cubicBezTo>
                      <a:pt x="17" y="369"/>
                      <a:pt x="10" y="366"/>
                      <a:pt x="5" y="359"/>
                    </a:cubicBezTo>
                    <a:cubicBezTo>
                      <a:pt x="-2" y="349"/>
                      <a:pt x="-1" y="334"/>
                      <a:pt x="11" y="327"/>
                    </a:cubicBezTo>
                    <a:lnTo>
                      <a:pt x="243" y="161"/>
                    </a:lnTo>
                    <a:cubicBezTo>
                      <a:pt x="250" y="155"/>
                      <a:pt x="260" y="155"/>
                      <a:pt x="268" y="159"/>
                    </a:cubicBezTo>
                    <a:lnTo>
                      <a:pt x="539" y="317"/>
                    </a:lnTo>
                    <a:lnTo>
                      <a:pt x="767" y="92"/>
                    </a:lnTo>
                    <a:cubicBezTo>
                      <a:pt x="775" y="85"/>
                      <a:pt x="786" y="83"/>
                      <a:pt x="797" y="89"/>
                    </a:cubicBezTo>
                    <a:lnTo>
                      <a:pt x="1149" y="315"/>
                    </a:lnTo>
                    <a:lnTo>
                      <a:pt x="1422" y="8"/>
                    </a:lnTo>
                    <a:cubicBezTo>
                      <a:pt x="1426" y="3"/>
                      <a:pt x="1432" y="0"/>
                      <a:pt x="1438" y="0"/>
                    </a:cubicBezTo>
                    <a:cubicBezTo>
                      <a:pt x="1443" y="0"/>
                      <a:pt x="1451" y="3"/>
                      <a:pt x="1455" y="8"/>
                    </a:cubicBezTo>
                    <a:lnTo>
                      <a:pt x="1781" y="330"/>
                    </a:lnTo>
                    <a:cubicBezTo>
                      <a:pt x="1790" y="338"/>
                      <a:pt x="1790" y="353"/>
                      <a:pt x="1781" y="363"/>
                    </a:cubicBezTo>
                    <a:cubicBezTo>
                      <a:pt x="1773" y="372"/>
                      <a:pt x="1758" y="372"/>
                      <a:pt x="1748" y="363"/>
                    </a:cubicBezTo>
                    <a:lnTo>
                      <a:pt x="1439" y="57"/>
                    </a:lnTo>
                    <a:lnTo>
                      <a:pt x="1170" y="362"/>
                    </a:lnTo>
                    <a:cubicBezTo>
                      <a:pt x="1162" y="371"/>
                      <a:pt x="1149" y="372"/>
                      <a:pt x="1140" y="366"/>
                    </a:cubicBezTo>
                    <a:lnTo>
                      <a:pt x="786" y="140"/>
                    </a:lnTo>
                    <a:lnTo>
                      <a:pt x="558" y="362"/>
                    </a:lnTo>
                    <a:cubicBezTo>
                      <a:pt x="550" y="369"/>
                      <a:pt x="539" y="371"/>
                      <a:pt x="530" y="365"/>
                    </a:cubicBezTo>
                    <a:lnTo>
                      <a:pt x="256" y="206"/>
                    </a:lnTo>
                    <a:lnTo>
                      <a:pt x="37" y="363"/>
                    </a:lnTo>
                    <a:cubicBezTo>
                      <a:pt x="33" y="368"/>
                      <a:pt x="29" y="369"/>
                      <a:pt x="24" y="36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0" name="Google Shape;2360;p73"/>
              <p:cNvSpPr/>
              <p:nvPr/>
            </p:nvSpPr>
            <p:spPr>
              <a:xfrm>
                <a:off x="4750920" y="2675520"/>
                <a:ext cx="651240" cy="277920"/>
              </a:xfrm>
              <a:custGeom>
                <a:avLst/>
                <a:gdLst/>
                <a:ahLst/>
                <a:cxnLst/>
                <a:rect l="l" t="t" r="r" b="b"/>
                <a:pathLst>
                  <a:path w="1809" h="772" extrusionOk="0">
                    <a:moveTo>
                      <a:pt x="1786" y="772"/>
                    </a:moveTo>
                    <a:cubicBezTo>
                      <a:pt x="1773" y="772"/>
                      <a:pt x="1762" y="761"/>
                      <a:pt x="1762" y="748"/>
                    </a:cubicBezTo>
                    <a:lnTo>
                      <a:pt x="1762" y="295"/>
                    </a:lnTo>
                    <a:lnTo>
                      <a:pt x="1551" y="411"/>
                    </a:lnTo>
                    <a:cubicBezTo>
                      <a:pt x="1542" y="416"/>
                      <a:pt x="1534" y="416"/>
                      <a:pt x="1526" y="410"/>
                    </a:cubicBezTo>
                    <a:lnTo>
                      <a:pt x="1268" y="216"/>
                    </a:lnTo>
                    <a:lnTo>
                      <a:pt x="1000" y="410"/>
                    </a:lnTo>
                    <a:cubicBezTo>
                      <a:pt x="991" y="416"/>
                      <a:pt x="979" y="416"/>
                      <a:pt x="971" y="408"/>
                    </a:cubicBezTo>
                    <a:lnTo>
                      <a:pt x="668" y="139"/>
                    </a:lnTo>
                    <a:lnTo>
                      <a:pt x="363" y="408"/>
                    </a:lnTo>
                    <a:cubicBezTo>
                      <a:pt x="359" y="413"/>
                      <a:pt x="353" y="414"/>
                      <a:pt x="346" y="414"/>
                    </a:cubicBezTo>
                    <a:cubicBezTo>
                      <a:pt x="340" y="414"/>
                      <a:pt x="334" y="411"/>
                      <a:pt x="330" y="407"/>
                    </a:cubicBezTo>
                    <a:lnTo>
                      <a:pt x="6" y="38"/>
                    </a:lnTo>
                    <a:cubicBezTo>
                      <a:pt x="-3" y="28"/>
                      <a:pt x="-1" y="13"/>
                      <a:pt x="8" y="6"/>
                    </a:cubicBezTo>
                    <a:cubicBezTo>
                      <a:pt x="18" y="-3"/>
                      <a:pt x="32" y="-1"/>
                      <a:pt x="40" y="8"/>
                    </a:cubicBezTo>
                    <a:lnTo>
                      <a:pt x="349" y="359"/>
                    </a:lnTo>
                    <a:lnTo>
                      <a:pt x="652" y="91"/>
                    </a:lnTo>
                    <a:cubicBezTo>
                      <a:pt x="660" y="83"/>
                      <a:pt x="673" y="83"/>
                      <a:pt x="682" y="91"/>
                    </a:cubicBezTo>
                    <a:lnTo>
                      <a:pt x="987" y="362"/>
                    </a:lnTo>
                    <a:lnTo>
                      <a:pt x="1254" y="168"/>
                    </a:lnTo>
                    <a:cubicBezTo>
                      <a:pt x="1263" y="162"/>
                      <a:pt x="1273" y="162"/>
                      <a:pt x="1282" y="168"/>
                    </a:cubicBezTo>
                    <a:lnTo>
                      <a:pt x="1541" y="363"/>
                    </a:lnTo>
                    <a:lnTo>
                      <a:pt x="1773" y="235"/>
                    </a:lnTo>
                    <a:cubicBezTo>
                      <a:pt x="1780" y="230"/>
                      <a:pt x="1789" y="230"/>
                      <a:pt x="1796" y="235"/>
                    </a:cubicBezTo>
                    <a:cubicBezTo>
                      <a:pt x="1803" y="239"/>
                      <a:pt x="1808" y="247"/>
                      <a:pt x="1808" y="255"/>
                    </a:cubicBezTo>
                    <a:lnTo>
                      <a:pt x="1808" y="748"/>
                    </a:lnTo>
                    <a:cubicBezTo>
                      <a:pt x="1809" y="761"/>
                      <a:pt x="1799" y="772"/>
                      <a:pt x="1786" y="77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1" name="Google Shape;2361;p73"/>
              <p:cNvSpPr/>
              <p:nvPr/>
            </p:nvSpPr>
            <p:spPr>
              <a:xfrm>
                <a:off x="4759200" y="2691720"/>
                <a:ext cx="642960" cy="132840"/>
              </a:xfrm>
              <a:custGeom>
                <a:avLst/>
                <a:gdLst/>
                <a:ahLst/>
                <a:cxnLst/>
                <a:rect l="l" t="t" r="r" b="b"/>
                <a:pathLst>
                  <a:path w="1786" h="369" extrusionOk="0">
                    <a:moveTo>
                      <a:pt x="1763" y="369"/>
                    </a:moveTo>
                    <a:cubicBezTo>
                      <a:pt x="1758" y="369"/>
                      <a:pt x="1754" y="368"/>
                      <a:pt x="1750" y="365"/>
                    </a:cubicBezTo>
                    <a:lnTo>
                      <a:pt x="1531" y="207"/>
                    </a:lnTo>
                    <a:lnTo>
                      <a:pt x="1257" y="366"/>
                    </a:lnTo>
                    <a:cubicBezTo>
                      <a:pt x="1248" y="372"/>
                      <a:pt x="1237" y="371"/>
                      <a:pt x="1229" y="363"/>
                    </a:cubicBezTo>
                    <a:lnTo>
                      <a:pt x="1002" y="140"/>
                    </a:lnTo>
                    <a:lnTo>
                      <a:pt x="648" y="366"/>
                    </a:lnTo>
                    <a:cubicBezTo>
                      <a:pt x="637" y="372"/>
                      <a:pt x="626" y="371"/>
                      <a:pt x="618" y="362"/>
                    </a:cubicBezTo>
                    <a:lnTo>
                      <a:pt x="349" y="57"/>
                    </a:lnTo>
                    <a:lnTo>
                      <a:pt x="40" y="363"/>
                    </a:lnTo>
                    <a:cubicBezTo>
                      <a:pt x="31" y="372"/>
                      <a:pt x="17" y="372"/>
                      <a:pt x="6" y="363"/>
                    </a:cubicBezTo>
                    <a:cubicBezTo>
                      <a:pt x="-2" y="355"/>
                      <a:pt x="-2" y="340"/>
                      <a:pt x="6" y="330"/>
                    </a:cubicBezTo>
                    <a:lnTo>
                      <a:pt x="333" y="8"/>
                    </a:lnTo>
                    <a:cubicBezTo>
                      <a:pt x="337" y="3"/>
                      <a:pt x="343" y="0"/>
                      <a:pt x="350" y="0"/>
                    </a:cubicBezTo>
                    <a:cubicBezTo>
                      <a:pt x="356" y="0"/>
                      <a:pt x="362" y="3"/>
                      <a:pt x="366" y="8"/>
                    </a:cubicBezTo>
                    <a:lnTo>
                      <a:pt x="639" y="315"/>
                    </a:lnTo>
                    <a:lnTo>
                      <a:pt x="991" y="89"/>
                    </a:lnTo>
                    <a:cubicBezTo>
                      <a:pt x="1000" y="83"/>
                      <a:pt x="1012" y="85"/>
                      <a:pt x="1021" y="92"/>
                    </a:cubicBezTo>
                    <a:lnTo>
                      <a:pt x="1248" y="317"/>
                    </a:lnTo>
                    <a:lnTo>
                      <a:pt x="1519" y="159"/>
                    </a:lnTo>
                    <a:cubicBezTo>
                      <a:pt x="1527" y="155"/>
                      <a:pt x="1537" y="155"/>
                      <a:pt x="1544" y="161"/>
                    </a:cubicBezTo>
                    <a:lnTo>
                      <a:pt x="1776" y="327"/>
                    </a:lnTo>
                    <a:cubicBezTo>
                      <a:pt x="1786" y="334"/>
                      <a:pt x="1789" y="349"/>
                      <a:pt x="1782" y="359"/>
                    </a:cubicBezTo>
                    <a:cubicBezTo>
                      <a:pt x="1777" y="365"/>
                      <a:pt x="1770" y="369"/>
                      <a:pt x="1763" y="36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2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70" grpId="0" build="p"/>
    </p:bldLst>
  </p:timing>
</p:sld>
</file>

<file path=ppt/theme/theme1.xml><?xml version="1.0" encoding="utf-8"?>
<a:theme xmlns:a="http://schemas.openxmlformats.org/drawingml/2006/main" name="Electric Power System by Slidesgo">
  <a:themeElements>
    <a:clrScheme name="Simple Light">
      <a:dk1>
        <a:srgbClr val="0E0E0E"/>
      </a:dk1>
      <a:lt1>
        <a:srgbClr val="ECECEC"/>
      </a:lt1>
      <a:dk2>
        <a:srgbClr val="3D3D3D"/>
      </a:dk2>
      <a:lt2>
        <a:srgbClr val="F5BC6F"/>
      </a:lt2>
      <a:accent1>
        <a:srgbClr val="F1A433"/>
      </a:accent1>
      <a:accent2>
        <a:srgbClr val="AE7F39"/>
      </a:accent2>
      <a:accent3>
        <a:srgbClr val="AC7D0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1949</TotalTime>
  <Words>1579</Words>
  <Application>Microsoft Office PowerPoint</Application>
  <PresentationFormat>On-screen Show (16:9)</PresentationFormat>
  <Paragraphs>106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Times New Roman</vt:lpstr>
      <vt:lpstr>Secular One</vt:lpstr>
      <vt:lpstr>Nunito Light</vt:lpstr>
      <vt:lpstr>Istok Web</vt:lpstr>
      <vt:lpstr>Electric Power System by Slidesgo</vt:lpstr>
      <vt:lpstr>Системи за паковање производа у префабриковане картонске кутије</vt:lpstr>
      <vt:lpstr>Увод у аутоматизацију</vt:lpstr>
      <vt:lpstr>PLC</vt:lpstr>
      <vt:lpstr>HCI</vt:lpstr>
      <vt:lpstr>SCADA</vt:lpstr>
      <vt:lpstr>Аутоматизација и друштво</vt:lpstr>
      <vt:lpstr>Хоризонталне машине за паковање</vt:lpstr>
      <vt:lpstr>Вертикалне машине за паковање</vt:lpstr>
      <vt:lpstr>Машине за вакумско паковање</vt:lpstr>
      <vt:lpstr>Термоформерске машине</vt:lpstr>
      <vt:lpstr>Предности употреба машина за аутоматско паковање</vt:lpstr>
      <vt:lpstr>Будућност машина за паковање</vt:lpstr>
      <vt:lpstr>Безбедност у аутоматизацији паковања</vt:lpstr>
      <vt:lpstr>Изазови и могућности</vt:lpstr>
      <vt:lpstr>Шема</vt:lpstr>
      <vt:lpstr>Модел система</vt:lpstr>
      <vt:lpstr>PLC Програм</vt:lpstr>
      <vt:lpstr>SCADA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Системи за паковање производа у префабриковане картонске кутије</dc:title>
  <dc:creator>Computer</dc:creator>
  <cp:lastModifiedBy>Computer</cp:lastModifiedBy>
  <cp:revision>23</cp:revision>
  <dcterms:modified xsi:type="dcterms:W3CDTF">2026-09-11T08:08:48Z</dcterms:modified>
</cp:coreProperties>
</file>